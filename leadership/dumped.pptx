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5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BBA9D1-99F6-40E2-8034-C784FDAA83AB}" v="2" dt="2026-07-04T01:28:37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Barnett" userId="021b6430-1d24-405d-b412-0e2413eb99c5" providerId="ADAL" clId="{706F4F67-AD09-4A51-AA5A-58A1572BA804}"/>
    <pc:docChg chg="addSld modSld sldOrd">
      <pc:chgData name="Adrian Barnett" userId="021b6430-1d24-405d-b412-0e2413eb99c5" providerId="ADAL" clId="{706F4F67-AD09-4A51-AA5A-58A1572BA804}" dt="2026-07-04T01:28:37.241" v="3"/>
      <pc:docMkLst>
        <pc:docMk/>
      </pc:docMkLst>
      <pc:sldChg chg="add">
        <pc:chgData name="Adrian Barnett" userId="021b6430-1d24-405d-b412-0e2413eb99c5" providerId="ADAL" clId="{706F4F67-AD09-4A51-AA5A-58A1572BA804}" dt="2026-07-04T01:28:37.241" v="3"/>
        <pc:sldMkLst>
          <pc:docMk/>
          <pc:sldMk cId="2145866965" sldId="264"/>
        </pc:sldMkLst>
      </pc:sldChg>
      <pc:sldChg chg="add ord">
        <pc:chgData name="Adrian Barnett" userId="021b6430-1d24-405d-b412-0e2413eb99c5" providerId="ADAL" clId="{706F4F67-AD09-4A51-AA5A-58A1572BA804}" dt="2026-07-04T01:20:32.188" v="2"/>
        <pc:sldMkLst>
          <pc:docMk/>
          <pc:sldMk cId="2193908054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3BC-5551-E6C2-6C93-4F330949F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5292E-0383-8921-D1AE-E689F304C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1742C-C30B-893A-2165-7ACEB6B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6644E-796C-4136-0DF8-A1807275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FF3BC-FFC5-E64F-EB32-418FAA0D6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395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D90B-4494-805C-382F-58DAC9D3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4D536-73AC-6290-9B48-A70BCF0C3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67C52-213C-0F3B-24D6-50E7D60A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384B6-B727-5FB6-443E-7BC78C49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DE21-62FF-19D9-FA87-E5FB64F0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195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5AD5D-DD76-A4C6-E718-03F7A5839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DD8D2-365A-7713-51B5-9F4A1F861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5AC4F-85E6-2139-DB5E-C98AD957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BE29A-05A0-5FBC-4633-DAFBA8C5E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15A2-6660-30F1-9C4B-C3AEED91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09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B84D-7E88-7A8E-3D79-1E1EF70F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9DDE7-8AE1-8954-BFD4-76416E809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7272C-D6A9-52B9-AB4E-E1CD5251D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88710-95E9-3BC3-CEB3-9FD8CF42D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98041-C490-117C-7F18-82E1345E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730CF-881E-CCE1-EF7C-FF75DFDB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96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C8BDE-BDFA-57DE-17DE-6C6D918F5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9FEFE-4D41-ECD6-94F8-C5DAC2ADB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B87B0-FC3E-44AC-7E36-F9052E44A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B9A8C-1B61-3CC0-8407-7AB05AEC4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28F03-874C-B166-1757-9E0405DF3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E1A9A-2449-9B64-AE22-42D065145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466BBA-587C-2986-C6F3-B92ED842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A76CB-B73C-B557-F3E6-F8D23A03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252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7F7B4-22F1-C633-9212-92B96440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48B60A-5EB9-59FF-D58C-F058A99C6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B5CE2-A7D1-2CE0-BB99-07618496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953E4-2C1F-5669-B08C-4D0826C25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964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55432-45C1-16D3-2504-96C7101A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43729-C5A7-AA0F-9E5F-F6F35E87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6A539-FA73-758B-6E83-BAE12ADA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24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44C45-0CA8-C6DA-49FE-7B99D87B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D5601-7E4A-8E18-83BD-1D7308C1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4B7B7-62FA-0490-44CD-448AE4FEA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03373-9417-2A32-E7E3-5BB09BC56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A01FB-D796-DE47-3D5E-B650C3B5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6F385-7C2E-DCE3-7EDB-9BEFEF5B4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227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154F-9DFA-4F82-2045-C0513D33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3B987-A0B4-655B-773A-03E001BF8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366F8-04E0-7918-E1C2-6F1D9520E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FA869-EF0C-EEE0-DBD4-61565913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D72E5-CE35-6701-A322-620D7037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B424E-0225-C193-A1C8-5D225BDF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445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EB18-B81A-C62B-44E5-DAF457BF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5D329-7CA5-EEE6-8F44-9CB1E0670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FA38C-A55A-2A75-E633-6B36D3F4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26189-DF8D-5293-BFD0-8821E23E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8509F-FEF9-6D92-FFB7-4767E4CF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810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76005-D03F-D021-4C97-1EBB3535A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9623E-8313-DD86-E7B8-9B762E4DE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25B6A-EC91-9EC7-CE12-EE3FE3DD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465DD-206A-BBDA-5D16-107AFD03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D3732-C2F4-96EA-E99B-424B59B8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41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9B424B-81F2-0235-20AF-87172ED5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75727-0200-6605-F51A-5E2CEC6FA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05748-0EB6-2238-ED76-1BC58BED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F7D13E-FE30-494C-A2C3-4B94DE1A14FB}" type="datetimeFigureOut">
              <a:rPr lang="en-AU" smtClean="0"/>
              <a:t>4/07/2026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CAEF3-6110-1730-AE72-AD92E10C9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934F-4294-DD4B-30BF-3E57E6BEB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5C2F6-CD19-4524-851E-718664B710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716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a-man-shakes-hands-with-a-robot-wOEgbsw72bE?utm_source=unsplash&amp;utm_medium=referral&amp;utm_content=creditCopyText" TargetMode="External"/><Relationship Id="rId2" Type="http://schemas.openxmlformats.org/officeDocument/2006/relationships/hyperlink" Target="https://unsplash.com/@breyrez?utm_source=unsplash&amp;utm_medium=referral&amp;utm_content=creditCopy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evandemicoli?utm_source=unsplash&amp;utm_medium=referral&amp;utm_content=creditCopyText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plash.com/photos/brown-and-green-houses-under-blue-sky-during-daytime-HGCqL-tRcac?utm_source=unsplash&amp;utm_medium=referral&amp;utm_content=creditCopyTex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a-black-clock-with-a-name-tag-on-it-hnE6fZtIYRs?utm_source=unsplash&amp;utm_medium=referral&amp;utm_content=creditCopyText" TargetMode="External"/><Relationship Id="rId2" Type="http://schemas.openxmlformats.org/officeDocument/2006/relationships/hyperlink" Target="https://unsplash.com/@philipshoots?utm_source=unsplash&amp;utm_medium=referral&amp;utm_content=creditCopy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3B95D-67FD-50EF-6999-091D78CAD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5B389-7F85-8020-5FC0-C0D8DF0D90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764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694F-92E0-9071-7CF7-0326B3558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211932"/>
            <a:ext cx="10515600" cy="1325563"/>
          </a:xfrm>
        </p:spPr>
        <p:txBody>
          <a:bodyPr/>
          <a:lstStyle/>
          <a:p>
            <a:r>
              <a:rPr lang="en-AU" dirty="0"/>
              <a:t>Modern journalism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63679-73C6-21F9-C1EC-23FC14070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1690688"/>
            <a:ext cx="5324476" cy="4351338"/>
          </a:xfrm>
        </p:spPr>
        <p:txBody>
          <a:bodyPr/>
          <a:lstStyle/>
          <a:p>
            <a:r>
              <a:rPr lang="en-AU" dirty="0"/>
              <a:t>AI generated or enhanced headlines, content and images</a:t>
            </a:r>
          </a:p>
          <a:p>
            <a:r>
              <a:rPr lang="en-AU" dirty="0"/>
              <a:t>Journalists checking AI created content (paid less for more stories)</a:t>
            </a:r>
          </a:p>
          <a:p>
            <a:r>
              <a:rPr lang="en-AU" dirty="0"/>
              <a:t>AI free publications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1FFA9-B486-DF2D-29C9-8A98ED986D98}"/>
              </a:ext>
            </a:extLst>
          </p:cNvPr>
          <p:cNvSpPr txBox="1"/>
          <p:nvPr/>
        </p:nvSpPr>
        <p:spPr>
          <a:xfrm>
            <a:off x="267462" y="630820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Photo by </a:t>
            </a:r>
            <a:r>
              <a:rPr lang="en-AU" dirty="0">
                <a:hlinkClick r:id="rId2"/>
              </a:rPr>
              <a:t>Brey</a:t>
            </a:r>
            <a:r>
              <a:rPr lang="en-AU" dirty="0"/>
              <a:t> on </a:t>
            </a:r>
            <a:r>
              <a:rPr lang="en-AU" dirty="0" err="1">
                <a:hlinkClick r:id="rId3"/>
              </a:rPr>
              <a:t>Unsplash</a:t>
            </a:r>
            <a:r>
              <a:rPr lang="en-AU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8E486-DE08-7D81-BA19-3C70F3160A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613" y="0"/>
            <a:ext cx="5827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72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AE36543-E475-7F78-E77F-EDFF6EB2B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93" y="0"/>
            <a:ext cx="10310799" cy="6873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0D1738-91E4-E985-A94D-C11A0ABF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89105-D068-859D-FF2E-B38240BFB37D}"/>
              </a:ext>
            </a:extLst>
          </p:cNvPr>
          <p:cNvSpPr txBox="1"/>
          <p:nvPr/>
        </p:nvSpPr>
        <p:spPr>
          <a:xfrm>
            <a:off x="7326630" y="8901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Photo by </a:t>
            </a:r>
            <a:r>
              <a:rPr lang="en-AU" dirty="0">
                <a:hlinkClick r:id="rId3"/>
              </a:rPr>
              <a:t>Evan Demicoli</a:t>
            </a:r>
            <a:r>
              <a:rPr lang="en-AU" dirty="0"/>
              <a:t> on </a:t>
            </a:r>
            <a:r>
              <a:rPr lang="en-AU" dirty="0" err="1">
                <a:hlinkClick r:id="rId4"/>
              </a:rPr>
              <a:t>Unsplash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390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DCF1-63C4-E0BF-1E95-B9768827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454"/>
            <a:ext cx="10515600" cy="1325563"/>
          </a:xfrm>
        </p:spPr>
        <p:txBody>
          <a:bodyPr/>
          <a:lstStyle/>
          <a:p>
            <a:r>
              <a:rPr lang="en-AU" dirty="0"/>
              <a:t>Saved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F5481-1E96-754A-9240-263237FB7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712" y="1533017"/>
            <a:ext cx="5151120" cy="4351338"/>
          </a:xfrm>
        </p:spPr>
        <p:txBody>
          <a:bodyPr/>
          <a:lstStyle/>
          <a:p>
            <a:r>
              <a:rPr lang="en-AU" dirty="0"/>
              <a:t>Most academics will just do more</a:t>
            </a:r>
          </a:p>
          <a:p>
            <a:pPr lvl="1"/>
            <a:r>
              <a:rPr lang="en-AU" dirty="0"/>
              <a:t>Even more papers to review</a:t>
            </a:r>
          </a:p>
          <a:p>
            <a:pPr lvl="1"/>
            <a:r>
              <a:rPr lang="en-AU" dirty="0"/>
              <a:t>Even more literature to summarise</a:t>
            </a:r>
          </a:p>
          <a:p>
            <a:r>
              <a:rPr lang="en-AU" dirty="0"/>
              <a:t>Fight for quality over quantity</a:t>
            </a:r>
          </a:p>
          <a:p>
            <a:r>
              <a:rPr lang="en-AU" dirty="0"/>
              <a:t>Reject mediocre papers</a:t>
            </a:r>
          </a:p>
          <a:p>
            <a:r>
              <a:rPr lang="en-AU" dirty="0"/>
              <a:t>Insist on protocols and open code/data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50DA3-0C0F-4C8A-693E-BD6040D3A370}"/>
              </a:ext>
            </a:extLst>
          </p:cNvPr>
          <p:cNvSpPr txBox="1"/>
          <p:nvPr/>
        </p:nvSpPr>
        <p:spPr>
          <a:xfrm>
            <a:off x="669798" y="617696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Photo by </a:t>
            </a:r>
            <a:r>
              <a:rPr lang="en-AU" dirty="0">
                <a:hlinkClick r:id="rId2"/>
              </a:rPr>
              <a:t>Philip Shoots</a:t>
            </a:r>
            <a:r>
              <a:rPr lang="en-AU" dirty="0"/>
              <a:t> on </a:t>
            </a:r>
            <a:r>
              <a:rPr lang="en-AU" dirty="0" err="1">
                <a:hlinkClick r:id="rId3"/>
              </a:rPr>
              <a:t>Unsplash</a:t>
            </a:r>
            <a:r>
              <a:rPr lang="en-AU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86A8BC-D40E-6977-45FD-BFD5D2395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3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6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Modern journalism</vt:lpstr>
      <vt:lpstr>PowerPoint Presentation</vt:lpstr>
      <vt:lpstr>Saved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Barnett</dc:creator>
  <cp:lastModifiedBy>Adrian Barnett</cp:lastModifiedBy>
  <cp:revision>1</cp:revision>
  <dcterms:created xsi:type="dcterms:W3CDTF">2026-07-03T05:23:03Z</dcterms:created>
  <dcterms:modified xsi:type="dcterms:W3CDTF">2026-07-04T01:28:48Z</dcterms:modified>
</cp:coreProperties>
</file>