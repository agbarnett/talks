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6" r:id="rId7"/>
    <p:sldId id="260" r:id="rId8"/>
    <p:sldId id="263" r:id="rId9"/>
    <p:sldId id="267" r:id="rId10"/>
    <p:sldId id="269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4F1"/>
    <a:srgbClr val="27556A"/>
    <a:srgbClr val="757D7E"/>
    <a:srgbClr val="8984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58D26-F6DD-45ED-827E-46E36547DCF1}" v="236" dt="2026-07-05T22:34:49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Barnett" userId="021b6430-1d24-405d-b412-0e2413eb99c5" providerId="ADAL" clId="{706F4F67-AD09-4A51-AA5A-58A1572BA804}"/>
    <pc:docChg chg="undo custSel addSld delSld modSld sldOrd modMainMaster">
      <pc:chgData name="Adrian Barnett" userId="021b6430-1d24-405d-b412-0e2413eb99c5" providerId="ADAL" clId="{706F4F67-AD09-4A51-AA5A-58A1572BA804}" dt="2026-07-05T22:35:16.147" v="2183" actId="14100"/>
      <pc:docMkLst>
        <pc:docMk/>
      </pc:docMkLst>
      <pc:sldChg chg="modSp mod setBg">
        <pc:chgData name="Adrian Barnett" userId="021b6430-1d24-405d-b412-0e2413eb99c5" providerId="ADAL" clId="{706F4F67-AD09-4A51-AA5A-58A1572BA804}" dt="2026-07-04T07:44:23.113" v="2158" actId="1037"/>
        <pc:sldMkLst>
          <pc:docMk/>
          <pc:sldMk cId="408882240" sldId="257"/>
        </pc:sldMkLst>
        <pc:picChg chg="mod">
          <ac:chgData name="Adrian Barnett" userId="021b6430-1d24-405d-b412-0e2413eb99c5" providerId="ADAL" clId="{706F4F67-AD09-4A51-AA5A-58A1572BA804}" dt="2026-07-04T07:44:23.113" v="2158" actId="1037"/>
          <ac:picMkLst>
            <pc:docMk/>
            <pc:sldMk cId="408882240" sldId="257"/>
            <ac:picMk id="5" creationId="{DE942A4C-4B7D-702D-ACDF-25A66C00B0E4}"/>
          </ac:picMkLst>
        </pc:picChg>
      </pc:sldChg>
      <pc:sldChg chg="addSp modSp mod addAnim delAnim modAnim">
        <pc:chgData name="Adrian Barnett" userId="021b6430-1d24-405d-b412-0e2413eb99c5" providerId="ADAL" clId="{706F4F67-AD09-4A51-AA5A-58A1572BA804}" dt="2026-07-04T01:21:08.581" v="2007" actId="20577"/>
        <pc:sldMkLst>
          <pc:docMk/>
          <pc:sldMk cId="355729376" sldId="258"/>
        </pc:sldMkLst>
        <pc:spChg chg="mod">
          <ac:chgData name="Adrian Barnett" userId="021b6430-1d24-405d-b412-0e2413eb99c5" providerId="ADAL" clId="{706F4F67-AD09-4A51-AA5A-58A1572BA804}" dt="2026-06-28T07:06:51.880" v="584" actId="20577"/>
          <ac:spMkLst>
            <pc:docMk/>
            <pc:sldMk cId="355729376" sldId="258"/>
            <ac:spMk id="2" creationId="{258DCA08-8AD0-7B51-C4A6-EEE9CDB9396B}"/>
          </ac:spMkLst>
        </pc:spChg>
        <pc:spChg chg="mod">
          <ac:chgData name="Adrian Barnett" userId="021b6430-1d24-405d-b412-0e2413eb99c5" providerId="ADAL" clId="{706F4F67-AD09-4A51-AA5A-58A1572BA804}" dt="2026-07-04T01:21:08.581" v="2007" actId="20577"/>
          <ac:spMkLst>
            <pc:docMk/>
            <pc:sldMk cId="355729376" sldId="258"/>
            <ac:spMk id="3" creationId="{0FB269BF-B2EC-8DC0-C4C2-27802305F452}"/>
          </ac:spMkLst>
        </pc:spChg>
        <pc:spChg chg="add mod">
          <ac:chgData name="Adrian Barnett" userId="021b6430-1d24-405d-b412-0e2413eb99c5" providerId="ADAL" clId="{706F4F67-AD09-4A51-AA5A-58A1572BA804}" dt="2026-06-24T22:31:35.928" v="390" actId="1076"/>
          <ac:spMkLst>
            <pc:docMk/>
            <pc:sldMk cId="355729376" sldId="258"/>
            <ac:spMk id="5" creationId="{53F9DE09-C708-D4F5-D5C1-D3E4C8600E5E}"/>
          </ac:spMkLst>
        </pc:spChg>
      </pc:sldChg>
      <pc:sldChg chg="modSp mod">
        <pc:chgData name="Adrian Barnett" userId="021b6430-1d24-405d-b412-0e2413eb99c5" providerId="ADAL" clId="{706F4F67-AD09-4A51-AA5A-58A1572BA804}" dt="2026-07-05T22:35:16.147" v="2183" actId="14100"/>
        <pc:sldMkLst>
          <pc:docMk/>
          <pc:sldMk cId="2433799742" sldId="259"/>
        </pc:sldMkLst>
        <pc:spChg chg="mod">
          <ac:chgData name="Adrian Barnett" userId="021b6430-1d24-405d-b412-0e2413eb99c5" providerId="ADAL" clId="{706F4F67-AD09-4A51-AA5A-58A1572BA804}" dt="2026-07-05T22:35:16.147" v="2183" actId="14100"/>
          <ac:spMkLst>
            <pc:docMk/>
            <pc:sldMk cId="2433799742" sldId="259"/>
            <ac:spMk id="7" creationId="{FBE2F984-F3E3-FDE4-FB4C-215E6888F33C}"/>
          </ac:spMkLst>
        </pc:spChg>
      </pc:sldChg>
      <pc:sldChg chg="addSp modSp mod modAnim">
        <pc:chgData name="Adrian Barnett" userId="021b6430-1d24-405d-b412-0e2413eb99c5" providerId="ADAL" clId="{706F4F67-AD09-4A51-AA5A-58A1572BA804}" dt="2026-06-29T00:33:59.151" v="1065" actId="1035"/>
        <pc:sldMkLst>
          <pc:docMk/>
          <pc:sldMk cId="3077605161" sldId="260"/>
        </pc:sldMkLst>
        <pc:spChg chg="mod">
          <ac:chgData name="Adrian Barnett" userId="021b6430-1d24-405d-b412-0e2413eb99c5" providerId="ADAL" clId="{706F4F67-AD09-4A51-AA5A-58A1572BA804}" dt="2026-06-29T00:33:59.151" v="1065" actId="1035"/>
          <ac:spMkLst>
            <pc:docMk/>
            <pc:sldMk cId="3077605161" sldId="260"/>
            <ac:spMk id="2" creationId="{95ACCA9D-5763-0462-26DB-2C5552FBD656}"/>
          </ac:spMkLst>
        </pc:spChg>
        <pc:spChg chg="mod">
          <ac:chgData name="Adrian Barnett" userId="021b6430-1d24-405d-b412-0e2413eb99c5" providerId="ADAL" clId="{706F4F67-AD09-4A51-AA5A-58A1572BA804}" dt="2026-06-28T07:06:27.580" v="580" actId="20577"/>
          <ac:spMkLst>
            <pc:docMk/>
            <pc:sldMk cId="3077605161" sldId="260"/>
            <ac:spMk id="3" creationId="{12E5A36C-2C65-DF59-4FA7-74DBCE1DC17C}"/>
          </ac:spMkLst>
        </pc:spChg>
        <pc:spChg chg="add mod">
          <ac:chgData name="Adrian Barnett" userId="021b6430-1d24-405d-b412-0e2413eb99c5" providerId="ADAL" clId="{706F4F67-AD09-4A51-AA5A-58A1572BA804}" dt="2026-06-28T05:42:52.573" v="572" actId="1036"/>
          <ac:spMkLst>
            <pc:docMk/>
            <pc:sldMk cId="3077605161" sldId="260"/>
            <ac:spMk id="4" creationId="{9CF10C76-8E33-70F6-98BD-73EB4BD19823}"/>
          </ac:spMkLst>
        </pc:spChg>
        <pc:spChg chg="add mod">
          <ac:chgData name="Adrian Barnett" userId="021b6430-1d24-405d-b412-0e2413eb99c5" providerId="ADAL" clId="{706F4F67-AD09-4A51-AA5A-58A1572BA804}" dt="2026-06-28T05:42:52.573" v="572" actId="1036"/>
          <ac:spMkLst>
            <pc:docMk/>
            <pc:sldMk cId="3077605161" sldId="260"/>
            <ac:spMk id="6" creationId="{5D2EC6BE-7FB3-3F08-3D14-DC090D77AB6E}"/>
          </ac:spMkLst>
        </pc:spChg>
        <pc:picChg chg="add mod">
          <ac:chgData name="Adrian Barnett" userId="021b6430-1d24-405d-b412-0e2413eb99c5" providerId="ADAL" clId="{706F4F67-AD09-4A51-AA5A-58A1572BA804}" dt="2026-06-28T05:42:15.467" v="541" actId="1038"/>
          <ac:picMkLst>
            <pc:docMk/>
            <pc:sldMk cId="3077605161" sldId="260"/>
            <ac:picMk id="8" creationId="{2B3B81EE-541A-9554-28E6-60A867E613AD}"/>
          </ac:picMkLst>
        </pc:picChg>
      </pc:sldChg>
      <pc:sldChg chg="modSp mod ord modAnim">
        <pc:chgData name="Adrian Barnett" userId="021b6430-1d24-405d-b412-0e2413eb99c5" providerId="ADAL" clId="{706F4F67-AD09-4A51-AA5A-58A1572BA804}" dt="2026-07-04T01:27:29.633" v="2039" actId="14100"/>
        <pc:sldMkLst>
          <pc:docMk/>
          <pc:sldMk cId="2284489540" sldId="261"/>
        </pc:sldMkLst>
        <pc:spChg chg="mod">
          <ac:chgData name="Adrian Barnett" userId="021b6430-1d24-405d-b412-0e2413eb99c5" providerId="ADAL" clId="{706F4F67-AD09-4A51-AA5A-58A1572BA804}" dt="2026-06-24T09:48:19.003" v="7" actId="14100"/>
          <ac:spMkLst>
            <pc:docMk/>
            <pc:sldMk cId="2284489540" sldId="261"/>
            <ac:spMk id="2" creationId="{5064B70E-94B7-3E59-B37E-ABD96117977C}"/>
          </ac:spMkLst>
        </pc:spChg>
        <pc:spChg chg="mod">
          <ac:chgData name="Adrian Barnett" userId="021b6430-1d24-405d-b412-0e2413eb99c5" providerId="ADAL" clId="{706F4F67-AD09-4A51-AA5A-58A1572BA804}" dt="2026-06-28T07:18:15.623" v="608" actId="14100"/>
          <ac:spMkLst>
            <pc:docMk/>
            <pc:sldMk cId="2284489540" sldId="261"/>
            <ac:spMk id="7" creationId="{4C2735E8-16C4-E8F0-610C-10B6C51DAAD0}"/>
          </ac:spMkLst>
        </pc:spChg>
        <pc:spChg chg="mod">
          <ac:chgData name="Adrian Barnett" userId="021b6430-1d24-405d-b412-0e2413eb99c5" providerId="ADAL" clId="{706F4F67-AD09-4A51-AA5A-58A1572BA804}" dt="2026-07-04T01:27:29.633" v="2039" actId="14100"/>
          <ac:spMkLst>
            <pc:docMk/>
            <pc:sldMk cId="2284489540" sldId="261"/>
            <ac:spMk id="9" creationId="{F58C37C4-A453-8B71-6BFC-6263400E65DD}"/>
          </ac:spMkLst>
        </pc:spChg>
        <pc:picChg chg="mod">
          <ac:chgData name="Adrian Barnett" userId="021b6430-1d24-405d-b412-0e2413eb99c5" providerId="ADAL" clId="{706F4F67-AD09-4A51-AA5A-58A1572BA804}" dt="2026-07-04T01:22:16.472" v="2012" actId="14100"/>
          <ac:picMkLst>
            <pc:docMk/>
            <pc:sldMk cId="2284489540" sldId="261"/>
            <ac:picMk id="5" creationId="{4702A510-FD4B-A382-4E43-B1BEEADD7333}"/>
          </ac:picMkLst>
        </pc:picChg>
        <pc:picChg chg="mod">
          <ac:chgData name="Adrian Barnett" userId="021b6430-1d24-405d-b412-0e2413eb99c5" providerId="ADAL" clId="{706F4F67-AD09-4A51-AA5A-58A1572BA804}" dt="2026-07-04T01:22:20.951" v="2014" actId="1076"/>
          <ac:picMkLst>
            <pc:docMk/>
            <pc:sldMk cId="2284489540" sldId="261"/>
            <ac:picMk id="11" creationId="{89D13978-7AC1-294A-E7B3-0559988876E3}"/>
          </ac:picMkLst>
        </pc:picChg>
      </pc:sldChg>
      <pc:sldChg chg="addSp delSp modSp new mod modAnim">
        <pc:chgData name="Adrian Barnett" userId="021b6430-1d24-405d-b412-0e2413eb99c5" providerId="ADAL" clId="{706F4F67-AD09-4A51-AA5A-58A1572BA804}" dt="2026-07-04T01:22:10.567" v="2011" actId="1076"/>
        <pc:sldMkLst>
          <pc:docMk/>
          <pc:sldMk cId="2533277002" sldId="263"/>
        </pc:sldMkLst>
        <pc:spChg chg="mod">
          <ac:chgData name="Adrian Barnett" userId="021b6430-1d24-405d-b412-0e2413eb99c5" providerId="ADAL" clId="{706F4F67-AD09-4A51-AA5A-58A1572BA804}" dt="2026-07-03T05:22:11.081" v="1841" actId="14100"/>
          <ac:spMkLst>
            <pc:docMk/>
            <pc:sldMk cId="2533277002" sldId="263"/>
            <ac:spMk id="2" creationId="{4B53657A-C79D-E37D-69A8-96620285A9A3}"/>
          </ac:spMkLst>
        </pc:spChg>
        <pc:spChg chg="add mod">
          <ac:chgData name="Adrian Barnett" userId="021b6430-1d24-405d-b412-0e2413eb99c5" providerId="ADAL" clId="{706F4F67-AD09-4A51-AA5A-58A1572BA804}" dt="2026-07-04T01:22:03.056" v="2009" actId="14100"/>
          <ac:spMkLst>
            <pc:docMk/>
            <pc:sldMk cId="2533277002" sldId="263"/>
            <ac:spMk id="6" creationId="{BFECC139-C8E4-6D00-4683-BD37199D92E7}"/>
          </ac:spMkLst>
        </pc:spChg>
        <pc:picChg chg="add mod ord">
          <ac:chgData name="Adrian Barnett" userId="021b6430-1d24-405d-b412-0e2413eb99c5" providerId="ADAL" clId="{706F4F67-AD09-4A51-AA5A-58A1572BA804}" dt="2026-07-04T01:22:10.567" v="2011" actId="1076"/>
          <ac:picMkLst>
            <pc:docMk/>
            <pc:sldMk cId="2533277002" sldId="263"/>
            <ac:picMk id="5" creationId="{E9FEE5A2-C163-729A-C1DB-DDD0B6D29649}"/>
          </ac:picMkLst>
        </pc:picChg>
      </pc:sldChg>
      <pc:sldChg chg="addSp modSp new del mod modAnim">
        <pc:chgData name="Adrian Barnett" userId="021b6430-1d24-405d-b412-0e2413eb99c5" providerId="ADAL" clId="{706F4F67-AD09-4A51-AA5A-58A1572BA804}" dt="2026-07-04T01:28:32.284" v="2041" actId="2696"/>
        <pc:sldMkLst>
          <pc:docMk/>
          <pc:sldMk cId="2145866965" sldId="264"/>
        </pc:sldMkLst>
      </pc:sldChg>
      <pc:sldChg chg="addSp delSp modSp new del mod">
        <pc:chgData name="Adrian Barnett" userId="021b6430-1d24-405d-b412-0e2413eb99c5" providerId="ADAL" clId="{706F4F67-AD09-4A51-AA5A-58A1572BA804}" dt="2026-07-04T01:20:24.278" v="2001" actId="2696"/>
        <pc:sldMkLst>
          <pc:docMk/>
          <pc:sldMk cId="2193908054" sldId="265"/>
        </pc:sldMkLst>
      </pc:sldChg>
      <pc:sldChg chg="addSp delSp modSp new mod">
        <pc:chgData name="Adrian Barnett" userId="021b6430-1d24-405d-b412-0e2413eb99c5" providerId="ADAL" clId="{706F4F67-AD09-4A51-AA5A-58A1572BA804}" dt="2026-07-03T05:25:55.851" v="1856" actId="14100"/>
        <pc:sldMkLst>
          <pc:docMk/>
          <pc:sldMk cId="2316888744" sldId="266"/>
        </pc:sldMkLst>
        <pc:spChg chg="mod">
          <ac:chgData name="Adrian Barnett" userId="021b6430-1d24-405d-b412-0e2413eb99c5" providerId="ADAL" clId="{706F4F67-AD09-4A51-AA5A-58A1572BA804}" dt="2026-07-03T05:21:22.658" v="1832" actId="1076"/>
          <ac:spMkLst>
            <pc:docMk/>
            <pc:sldMk cId="2316888744" sldId="266"/>
            <ac:spMk id="2" creationId="{F4FD2FC2-75F0-205A-1BF4-C16E906B35AD}"/>
          </ac:spMkLst>
        </pc:spChg>
        <pc:picChg chg="add mod ord">
          <ac:chgData name="Adrian Barnett" userId="021b6430-1d24-405d-b412-0e2413eb99c5" providerId="ADAL" clId="{706F4F67-AD09-4A51-AA5A-58A1572BA804}" dt="2026-07-03T05:25:55.851" v="1856" actId="14100"/>
          <ac:picMkLst>
            <pc:docMk/>
            <pc:sldMk cId="2316888744" sldId="266"/>
            <ac:picMk id="9" creationId="{2121B019-A3C5-B7C4-FF86-DEF0DFAA0395}"/>
          </ac:picMkLst>
        </pc:picChg>
      </pc:sldChg>
      <pc:sldChg chg="addSp modSp new mod modAnim">
        <pc:chgData name="Adrian Barnett" userId="021b6430-1d24-405d-b412-0e2413eb99c5" providerId="ADAL" clId="{706F4F67-AD09-4A51-AA5A-58A1572BA804}" dt="2026-07-04T05:12:08.157" v="2109" actId="207"/>
        <pc:sldMkLst>
          <pc:docMk/>
          <pc:sldMk cId="3050207977" sldId="267"/>
        </pc:sldMkLst>
        <pc:spChg chg="mod">
          <ac:chgData name="Adrian Barnett" userId="021b6430-1d24-405d-b412-0e2413eb99c5" providerId="ADAL" clId="{706F4F67-AD09-4A51-AA5A-58A1572BA804}" dt="2026-07-04T05:12:00.635" v="2107" actId="207"/>
          <ac:spMkLst>
            <pc:docMk/>
            <pc:sldMk cId="3050207977" sldId="267"/>
            <ac:spMk id="2" creationId="{0B187982-D670-5B9E-3780-714D7CAC0EC4}"/>
          </ac:spMkLst>
        </pc:spChg>
        <pc:spChg chg="mod">
          <ac:chgData name="Adrian Barnett" userId="021b6430-1d24-405d-b412-0e2413eb99c5" providerId="ADAL" clId="{706F4F67-AD09-4A51-AA5A-58A1572BA804}" dt="2026-07-04T05:12:04.580" v="2108" actId="207"/>
          <ac:spMkLst>
            <pc:docMk/>
            <pc:sldMk cId="3050207977" sldId="267"/>
            <ac:spMk id="3" creationId="{32368F7A-DE8E-50F5-7B18-7157EC412CBE}"/>
          </ac:spMkLst>
        </pc:spChg>
        <pc:spChg chg="add mod">
          <ac:chgData name="Adrian Barnett" userId="021b6430-1d24-405d-b412-0e2413eb99c5" providerId="ADAL" clId="{706F4F67-AD09-4A51-AA5A-58A1572BA804}" dt="2026-07-04T05:12:08.157" v="2109" actId="207"/>
          <ac:spMkLst>
            <pc:docMk/>
            <pc:sldMk cId="3050207977" sldId="267"/>
            <ac:spMk id="5" creationId="{C0F97FB6-79C9-B2BB-C3C2-C57C6F0FA8E3}"/>
          </ac:spMkLst>
        </pc:spChg>
        <pc:picChg chg="add mod">
          <ac:chgData name="Adrian Barnett" userId="021b6430-1d24-405d-b412-0e2413eb99c5" providerId="ADAL" clId="{706F4F67-AD09-4A51-AA5A-58A1572BA804}" dt="2026-07-03T05:28:56.803" v="1861" actId="1076"/>
          <ac:picMkLst>
            <pc:docMk/>
            <pc:sldMk cId="3050207977" sldId="267"/>
            <ac:picMk id="7" creationId="{9BAEDA31-429F-71E3-BAD5-9866ACDC245D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04T01:20:13.658" v="2000" actId="207"/>
        <pc:sldMkLst>
          <pc:docMk/>
          <pc:sldMk cId="2365099767" sldId="268"/>
        </pc:sldMkLst>
        <pc:spChg chg="del">
          <ac:chgData name="Adrian Barnett" userId="021b6430-1d24-405d-b412-0e2413eb99c5" providerId="ADAL" clId="{706F4F67-AD09-4A51-AA5A-58A1572BA804}" dt="2026-07-04T01:19:21.546" v="1975" actId="931"/>
          <ac:spMkLst>
            <pc:docMk/>
            <pc:sldMk cId="2365099767" sldId="268"/>
            <ac:spMk id="3" creationId="{40403CB3-8A3D-95C5-0163-EE2BB083A5C3}"/>
          </ac:spMkLst>
        </pc:spChg>
        <pc:spChg chg="add mod">
          <ac:chgData name="Adrian Barnett" userId="021b6430-1d24-405d-b412-0e2413eb99c5" providerId="ADAL" clId="{706F4F67-AD09-4A51-AA5A-58A1572BA804}" dt="2026-07-04T01:20:13.658" v="2000" actId="207"/>
          <ac:spMkLst>
            <pc:docMk/>
            <pc:sldMk cId="2365099767" sldId="268"/>
            <ac:spMk id="5" creationId="{D1D4E483-3D40-B607-1310-A03191220A76}"/>
          </ac:spMkLst>
        </pc:spChg>
        <pc:picChg chg="add mod ord">
          <ac:chgData name="Adrian Barnett" userId="021b6430-1d24-405d-b412-0e2413eb99c5" providerId="ADAL" clId="{706F4F67-AD09-4A51-AA5A-58A1572BA804}" dt="2026-07-04T01:19:40.848" v="1997" actId="1038"/>
          <ac:picMkLst>
            <pc:docMk/>
            <pc:sldMk cId="2365099767" sldId="268"/>
            <ac:picMk id="7" creationId="{EB5DC07D-E5FA-9A51-7B24-645689452827}"/>
          </ac:picMkLst>
        </pc:picChg>
      </pc:sldChg>
      <pc:sldChg chg="addSp delSp modSp new mod modAnim">
        <pc:chgData name="Adrian Barnett" userId="021b6430-1d24-405d-b412-0e2413eb99c5" providerId="ADAL" clId="{706F4F67-AD09-4A51-AA5A-58A1572BA804}" dt="2026-07-05T22:34:49.989" v="2162" actId="20577"/>
        <pc:sldMkLst>
          <pc:docMk/>
          <pc:sldMk cId="964358971" sldId="269"/>
        </pc:sldMkLst>
        <pc:spChg chg="del mod">
          <ac:chgData name="Adrian Barnett" userId="021b6430-1d24-405d-b412-0e2413eb99c5" providerId="ADAL" clId="{706F4F67-AD09-4A51-AA5A-58A1572BA804}" dt="2026-07-04T01:32:31.747" v="2103" actId="21"/>
          <ac:spMkLst>
            <pc:docMk/>
            <pc:sldMk cId="964358971" sldId="269"/>
            <ac:spMk id="2" creationId="{3934460C-C44F-616B-BA2D-4F920960CB40}"/>
          </ac:spMkLst>
        </pc:spChg>
        <pc:spChg chg="del">
          <ac:chgData name="Adrian Barnett" userId="021b6430-1d24-405d-b412-0e2413eb99c5" providerId="ADAL" clId="{706F4F67-AD09-4A51-AA5A-58A1572BA804}" dt="2026-07-04T01:30:08.678" v="2046" actId="931"/>
          <ac:spMkLst>
            <pc:docMk/>
            <pc:sldMk cId="964358971" sldId="269"/>
            <ac:spMk id="3" creationId="{4268A787-933C-8F37-6100-5962E6DBDD26}"/>
          </ac:spMkLst>
        </pc:spChg>
        <pc:spChg chg="add mod">
          <ac:chgData name="Adrian Barnett" userId="021b6430-1d24-405d-b412-0e2413eb99c5" providerId="ADAL" clId="{706F4F67-AD09-4A51-AA5A-58A1572BA804}" dt="2026-07-04T01:30:00.812" v="2045" actId="1076"/>
          <ac:spMkLst>
            <pc:docMk/>
            <pc:sldMk cId="964358971" sldId="269"/>
            <ac:spMk id="5" creationId="{593A5F8D-2BE6-F372-82EB-C2152A6BF6AF}"/>
          </ac:spMkLst>
        </pc:spChg>
        <pc:spChg chg="add mod">
          <ac:chgData name="Adrian Barnett" userId="021b6430-1d24-405d-b412-0e2413eb99c5" providerId="ADAL" clId="{706F4F67-AD09-4A51-AA5A-58A1572BA804}" dt="2026-07-05T22:34:49.989" v="2162" actId="20577"/>
          <ac:spMkLst>
            <pc:docMk/>
            <pc:sldMk cId="964358971" sldId="269"/>
            <ac:spMk id="8" creationId="{14C3780B-301C-B170-38F5-A73CBC8EB50E}"/>
          </ac:spMkLst>
        </pc:spChg>
        <pc:spChg chg="add mod ord">
          <ac:chgData name="Adrian Barnett" userId="021b6430-1d24-405d-b412-0e2413eb99c5" providerId="ADAL" clId="{706F4F67-AD09-4A51-AA5A-58A1572BA804}" dt="2026-07-04T02:34:34.235" v="2106" actId="27636"/>
          <ac:spMkLst>
            <pc:docMk/>
            <pc:sldMk cId="964358971" sldId="269"/>
            <ac:spMk id="10" creationId="{94F6A84B-3D6F-C9ED-BE82-CB0093FE7D4C}"/>
          </ac:spMkLst>
        </pc:spChg>
        <pc:picChg chg="add mod ord">
          <ac:chgData name="Adrian Barnett" userId="021b6430-1d24-405d-b412-0e2413eb99c5" providerId="ADAL" clId="{706F4F67-AD09-4A51-AA5A-58A1572BA804}" dt="2026-07-04T01:30:17.334" v="2049" actId="1076"/>
          <ac:picMkLst>
            <pc:docMk/>
            <pc:sldMk cId="964358971" sldId="269"/>
            <ac:picMk id="7" creationId="{07BE8E85-8415-C8D1-3AC2-9B86371A7231}"/>
          </ac:picMkLst>
        </pc:picChg>
      </pc:sldChg>
      <pc:sldMasterChg chg="modSldLayout">
        <pc:chgData name="Adrian Barnett" userId="021b6430-1d24-405d-b412-0e2413eb99c5" providerId="ADAL" clId="{706F4F67-AD09-4A51-AA5A-58A1572BA804}" dt="2026-06-28T05:37:30.764" v="418" actId="947"/>
        <pc:sldMasterMkLst>
          <pc:docMk/>
          <pc:sldMasterMk cId="1495524399" sldId="2147483648"/>
        </pc:sldMasterMkLst>
        <pc:sldLayoutChg chg="modSp mod">
          <pc:chgData name="Adrian Barnett" userId="021b6430-1d24-405d-b412-0e2413eb99c5" providerId="ADAL" clId="{706F4F67-AD09-4A51-AA5A-58A1572BA804}" dt="2026-06-28T05:37:10.684" v="416" actId="2711"/>
          <pc:sldLayoutMkLst>
            <pc:docMk/>
            <pc:sldMasterMk cId="1495524399" sldId="2147483648"/>
            <pc:sldLayoutMk cId="899759932" sldId="2147483649"/>
          </pc:sldLayoutMkLst>
          <pc:spChg chg="mod">
            <ac:chgData name="Adrian Barnett" userId="021b6430-1d24-405d-b412-0e2413eb99c5" providerId="ADAL" clId="{706F4F67-AD09-4A51-AA5A-58A1572BA804}" dt="2026-06-28T05:37:04.158" v="415" actId="2711"/>
            <ac:spMkLst>
              <pc:docMk/>
              <pc:sldMasterMk cId="1495524399" sldId="2147483648"/>
              <pc:sldLayoutMk cId="899759932" sldId="2147483649"/>
              <ac:spMk id="2" creationId="{0B362D1C-DF69-3660-429B-9876562B14A5}"/>
            </ac:spMkLst>
          </pc:spChg>
          <pc:spChg chg="mod">
            <ac:chgData name="Adrian Barnett" userId="021b6430-1d24-405d-b412-0e2413eb99c5" providerId="ADAL" clId="{706F4F67-AD09-4A51-AA5A-58A1572BA804}" dt="2026-06-28T05:37:10.684" v="416" actId="2711"/>
            <ac:spMkLst>
              <pc:docMk/>
              <pc:sldMasterMk cId="1495524399" sldId="2147483648"/>
              <pc:sldLayoutMk cId="899759932" sldId="2147483649"/>
              <ac:spMk id="3" creationId="{AC237AE6-B5D7-609A-B0EB-929499869D6F}"/>
            </ac:spMkLst>
          </pc:spChg>
        </pc:sldLayoutChg>
        <pc:sldLayoutChg chg="modSp mod">
          <pc:chgData name="Adrian Barnett" userId="021b6430-1d24-405d-b412-0e2413eb99c5" providerId="ADAL" clId="{706F4F67-AD09-4A51-AA5A-58A1572BA804}" dt="2026-06-28T05:37:30.764" v="418" actId="947"/>
          <pc:sldLayoutMkLst>
            <pc:docMk/>
            <pc:sldMasterMk cId="1495524399" sldId="2147483648"/>
            <pc:sldLayoutMk cId="670859586" sldId="2147483650"/>
          </pc:sldLayoutMkLst>
          <pc:spChg chg="mod">
            <ac:chgData name="Adrian Barnett" userId="021b6430-1d24-405d-b412-0e2413eb99c5" providerId="ADAL" clId="{706F4F67-AD09-4A51-AA5A-58A1572BA804}" dt="2026-06-28T05:37:18.936" v="417" actId="2711"/>
            <ac:spMkLst>
              <pc:docMk/>
              <pc:sldMasterMk cId="1495524399" sldId="2147483648"/>
              <pc:sldLayoutMk cId="670859586" sldId="2147483650"/>
              <ac:spMk id="2" creationId="{AAEDE776-EC69-1B11-4860-9519B7A3CAF6}"/>
            </ac:spMkLst>
          </pc:spChg>
          <pc:spChg chg="mod">
            <ac:chgData name="Adrian Barnett" userId="021b6430-1d24-405d-b412-0e2413eb99c5" providerId="ADAL" clId="{706F4F67-AD09-4A51-AA5A-58A1572BA804}" dt="2026-06-28T05:37:30.764" v="418" actId="947"/>
            <ac:spMkLst>
              <pc:docMk/>
              <pc:sldMasterMk cId="1495524399" sldId="2147483648"/>
              <pc:sldLayoutMk cId="670859586" sldId="2147483650"/>
              <ac:spMk id="3" creationId="{E4DD58CF-FC40-F5A1-267E-68DD528658B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F687B-4196-453D-B9B8-C395400E2916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45BFC-1405-4867-A99E-6BA0925EA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205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https://www.afr.com/technology/should-ai-steal-your-job-people-are-fighting-back-20260602-p60374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45BFC-1405-4867-A99E-6BA0925EA3E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1980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https://news.sky.com/story/fake-ai-images-keep-going-viral-here-are-eight-that-have-caught-people-out-13028547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45BFC-1405-4867-A99E-6BA0925EA3E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125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2D1C-DF69-3660-429B-9876562B1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Rockwell Nova" panose="02060503020205020403" pitchFamily="18" charset="0"/>
                <a:ea typeface="Yu Mincho" panose="02020400000000000000" pitchFamily="18" charset="-128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37AE6-B5D7-609A-B0EB-92949986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Rockwell Nova" panose="020605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FA856-F875-AB5E-5EE7-FF7FE039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3D422-C4DB-709D-4764-F649B480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DC910-1F46-4203-0974-0EE17B55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75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E776-EC69-1B11-4860-9519B7A3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ckwell Nova" panose="020605030202050204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D58CF-FC40-F5A1-267E-68DD52865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Rockwell" panose="02060603020205020403" pitchFamily="18" charset="0"/>
              </a:defRPr>
            </a:lvl1pPr>
            <a:lvl2pPr>
              <a:defRPr baseline="0">
                <a:latin typeface="Rockwell" panose="02060603020205020403" pitchFamily="18" charset="0"/>
              </a:defRPr>
            </a:lvl2pPr>
            <a:lvl3pPr>
              <a:defRPr baseline="0">
                <a:latin typeface="Rockwell" panose="02060603020205020403" pitchFamily="18" charset="0"/>
              </a:defRPr>
            </a:lvl3pPr>
            <a:lvl4pPr>
              <a:defRPr baseline="0">
                <a:latin typeface="Rockwell" panose="02060603020205020403" pitchFamily="18" charset="0"/>
              </a:defRPr>
            </a:lvl4pPr>
            <a:lvl5pPr>
              <a:defRPr baseline="0">
                <a:latin typeface="Rockwell" panose="020606030202050204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DDA1F-7CAA-4A0B-19D2-5C8081D0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8505-CF39-E0B9-EAC1-A3D0AD17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D41F4-3856-0682-47CD-E04E6FD9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85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8F5C-ED75-25D8-1E44-B6D82385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9659-12A1-99F1-16E3-20086593F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ACD9A-15EF-E1E1-9C25-B4B0EE85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2834E-80FB-B16F-542D-B1364E25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0DC5-795C-24B1-B28F-7ED86332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991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00BB-C2CA-3818-A947-8873786F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FDA1-DA27-F79F-C2FA-8BFB1174A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0EE15-4E1F-7F63-1F0E-94B815197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FBFFA-6C8F-7460-4101-EE8D7530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FEE97-65EB-85FB-B63C-AB4621A4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3E94B-11F9-EFB6-F964-2FFCACE0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28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99D7-FD5D-D7D2-463C-1890B512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718A1-D146-ACF6-B6B6-B8FF77050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B110E-2C2C-644D-DB04-6C2B0FD2B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496F9-391C-38CE-FA39-B90004EFF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350FC-2DF7-4B79-7CC7-E64A1E663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A96A3-6EB1-6015-1ADE-B860350B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A9FA6-E18C-EEB5-55E3-BE1A4536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BC341-B09E-9C2D-FCFC-6E59B4E7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55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1D0A-D691-FEA8-C40B-D84F1952E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BE531-DCE0-9053-781D-1DC59D36E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CCA15-2BF7-6B31-E348-1D703820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F0247-5E80-E52C-4252-0698B6FC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692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D7AD1-2E2C-7E59-3C68-F04404FD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1BC03-E4CE-44EF-9EEC-961CA64B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E8288-D17F-3145-483F-6DBAC765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32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567A-FB2B-F159-8090-F7D6C548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C943-BF77-AF13-A6EF-CD5C0429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658DD-F5C9-BA17-E6C4-905E479E4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E8CF-3DF3-B62C-65E8-5D3FA75C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AD4CB-EF70-9C5C-0D35-0EE25C23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F5C75-7D2A-812F-900D-FC05EC8D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731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AA89-52EB-2CCE-DE4D-41EA67A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37708-DC2A-023F-FAA1-4F0D65D35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EA405-2704-0CAA-8DA0-A61493B36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8D975-B444-E52F-A9E7-4B334308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FFA97-C6CE-172D-2666-5C7DC8B3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863B2-F1EB-0874-67DC-FED2508B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32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4C9C-2867-37B5-F928-C44D9013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230AD-8BBD-5B10-2005-ED25D4475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47922-F9E5-DD6D-E4EC-CC2FBFA6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B637A-363D-38E7-7C09-4265B53D7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1FA3F-A463-429C-742F-F30BA750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70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29089-DAD8-2F4C-61F9-505CE81E9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9243A-9D36-11FE-102B-4CD2F0061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0EC46-7258-2CA2-C90E-5092B603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9FF7-9ACB-C643-4609-272F3297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11D0B-C4A1-199F-9248-DD5D2684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4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B511-D6E6-9A0D-04CF-91477288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29E72-6D52-BDAA-6562-83DE380B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842C-DBF0-1715-4C48-ABBCB6E61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A0B05-0D67-47FC-9CA1-17945A8BE14E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A790-9F41-D58F-4147-7492ADD21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1BFBC-CF44-C00E-AD20-72B83F971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52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ekrull?utm_source=unsplash&amp;utm_medium=referral&amp;utm_content=creditCopyTex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nsplash.com/photos/blue-and-purple-robot-toy-Ejcuhcdfwrs?utm_source=unsplash&amp;utm_medium=referral&amp;utm_content=creditCopyTex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phone-screen-asks-what-can-i-help-with-yWyBU5v3FLI?utm_source=unsplash&amp;utm_medium=referral&amp;utm_content=creditCopyText" TargetMode="External"/><Relationship Id="rId2" Type="http://schemas.openxmlformats.org/officeDocument/2006/relationships/hyperlink" Target="https://unsplash.com/@timwitzdam?utm_source=unsplash&amp;utm_medium=referral&amp;utm_content=creditCopy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close-up-of-a-clock-with-numbers-on-it-smZoXlm7tKw?utm_source=unsplash&amp;utm_medium=referral&amp;utm_content=creditCopyText" TargetMode="External"/><Relationship Id="rId2" Type="http://schemas.openxmlformats.org/officeDocument/2006/relationships/hyperlink" Target="https://unsplash.com/@florian_paulus?utm_source=unsplash&amp;utm_medium=referral&amp;utm_content=creditCopy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jontyson?utm_source=unsplash&amp;utm_medium=referral&amp;utm_content=creditCopyText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photos/yellow-awesome-printed-signage-82ZEOTntP8g?utm_source=unsplash&amp;utm_medium=referral&amp;utm_content=creditCopyTex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ellysikkema?utm_source=unsplash&amp;utm_medium=referral&amp;utm_content=creditCopyText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photos/traffic-light-sign-underwater-_whs7FPfkwQ?utm_source=unsplash&amp;utm_medium=referral&amp;utm_content=creditCopyTe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98881-E1C6-2CAC-0729-A10FD175C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4" y="0"/>
            <a:ext cx="117278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F002F9-A23B-5C34-B50E-EE328AD26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2515"/>
            <a:ext cx="9144000" cy="1072197"/>
          </a:xfrm>
        </p:spPr>
        <p:txBody>
          <a:bodyPr>
            <a:normAutofit/>
          </a:bodyPr>
          <a:lstStyle/>
          <a:p>
            <a:r>
              <a:rPr lang="en-GB" dirty="0"/>
              <a:t>Will AI take my job?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4127B-A6FB-C6EF-2885-EBFDF5E79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5127" y="1216152"/>
            <a:ext cx="9144000" cy="1655762"/>
          </a:xfrm>
        </p:spPr>
        <p:txBody>
          <a:bodyPr/>
          <a:lstStyle/>
          <a:p>
            <a:r>
              <a:rPr lang="en-AU" dirty="0"/>
              <a:t>Adrian Barnett, QUT, 19 July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DC298-5EE1-6EC8-2DAB-CD0C345A6F05}"/>
              </a:ext>
            </a:extLst>
          </p:cNvPr>
          <p:cNvSpPr txBox="1"/>
          <p:nvPr/>
        </p:nvSpPr>
        <p:spPr>
          <a:xfrm>
            <a:off x="697230" y="6310961"/>
            <a:ext cx="60944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Photo by </a:t>
            </a:r>
            <a:r>
              <a:rPr lang="en-AU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3"/>
              </a:rPr>
              <a:t>Eric Krull</a:t>
            </a:r>
            <a:r>
              <a:rPr lang="en-A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on </a:t>
            </a:r>
            <a:r>
              <a:rPr lang="en-AU" sz="1800" u="sng" kern="100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4"/>
              </a:rPr>
              <a:t>Unsplash</a:t>
            </a:r>
            <a:endParaRPr lang="en-AU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88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AB30-CBD6-5546-E036-A032B631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942A4C-4B7D-702D-ACDF-25A66C00B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" y="123444"/>
            <a:ext cx="12169363" cy="65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CA08-8AD0-7B51-C4A6-EEE9CDB9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Should</a:t>
            </a:r>
            <a:r>
              <a:rPr lang="en-GB" dirty="0"/>
              <a:t> AI take your job?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69BF-B2EC-8DC0-C4C2-27802305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042"/>
            <a:ext cx="10515600" cy="4351338"/>
          </a:xfrm>
        </p:spPr>
        <p:txBody>
          <a:bodyPr>
            <a:normAutofit/>
          </a:bodyPr>
          <a:lstStyle/>
          <a:p>
            <a:r>
              <a:rPr lang="en-AU" dirty="0"/>
              <a:t>Sarah O’Connor, “</a:t>
            </a:r>
            <a:r>
              <a:rPr lang="en-GB" dirty="0"/>
              <a:t>We Are Not Machines: The Fight for the Future of Work</a:t>
            </a:r>
            <a:r>
              <a:rPr lang="en-AU" dirty="0"/>
              <a:t>”</a:t>
            </a:r>
          </a:p>
          <a:p>
            <a:r>
              <a:rPr lang="en-AU" dirty="0"/>
              <a:t>“The limits of the applicability of computers are ultimately statable only in terms of oughts.” Joseph </a:t>
            </a:r>
            <a:r>
              <a:rPr lang="en-AU" dirty="0" err="1"/>
              <a:t>Weizenbaum</a:t>
            </a:r>
            <a:r>
              <a:rPr lang="en-AU" dirty="0"/>
              <a:t>, ~1970</a:t>
            </a:r>
          </a:p>
          <a:p>
            <a:r>
              <a:rPr lang="en-GB" dirty="0"/>
              <a:t>“The space between what the machines can and can’t do […] will only be filled in by a series of human decisions, arguments, markets, battles, compromises and preferences.”</a:t>
            </a:r>
          </a:p>
          <a:p>
            <a:r>
              <a:rPr lang="en-GB" dirty="0"/>
              <a:t>“Take action, individually and collectively, to seize opportunities, or pivot away from risks […] to actively shape the technology itself and the way it is implemented.”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9DE09-C708-D4F5-D5C1-D3E4C8600E5E}"/>
              </a:ext>
            </a:extLst>
          </p:cNvPr>
          <p:cNvSpPr txBox="1"/>
          <p:nvPr/>
        </p:nvSpPr>
        <p:spPr>
          <a:xfrm>
            <a:off x="368046" y="6308209"/>
            <a:ext cx="1098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https://www.afr.com/technology/should-ai-steal-your-job-people-are-fighting-back-20260602-p60374</a:t>
            </a:r>
          </a:p>
        </p:txBody>
      </p:sp>
    </p:spTree>
    <p:extLst>
      <p:ext uri="{BB962C8B-B14F-4D97-AF65-F5344CB8AC3E}">
        <p14:creationId xmlns:p14="http://schemas.microsoft.com/office/powerpoint/2010/main" val="35572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8AC1-CA68-AA95-5F75-9DC9B3988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22383"/>
            <a:ext cx="10515600" cy="1325563"/>
          </a:xfrm>
        </p:spPr>
        <p:txBody>
          <a:bodyPr/>
          <a:lstStyle/>
          <a:p>
            <a:r>
              <a:rPr lang="en-AU" dirty="0"/>
              <a:t>30 minute paper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8CC316-2C60-0C9E-765C-29E614ECD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983" y="1060704"/>
            <a:ext cx="7668197" cy="51121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E2F984-F3E3-FDE4-FB4C-215E6888F33C}"/>
              </a:ext>
            </a:extLst>
          </p:cNvPr>
          <p:cNvSpPr txBox="1"/>
          <p:nvPr/>
        </p:nvSpPr>
        <p:spPr>
          <a:xfrm>
            <a:off x="532638" y="6388531"/>
            <a:ext cx="9699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With Matt Spick. Using Prism https://www.octopus.ac/publications/za6p-4457/versions/latest</a:t>
            </a:r>
          </a:p>
        </p:txBody>
      </p:sp>
    </p:spTree>
    <p:extLst>
      <p:ext uri="{BB962C8B-B14F-4D97-AF65-F5344CB8AC3E}">
        <p14:creationId xmlns:p14="http://schemas.microsoft.com/office/powerpoint/2010/main" val="243379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B70E-94B7-3E59-B37E-ABD961179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3333"/>
          </a:xfrm>
        </p:spPr>
        <p:txBody>
          <a:bodyPr/>
          <a:lstStyle/>
          <a:p>
            <a:r>
              <a:rPr lang="en-AU" dirty="0"/>
              <a:t>AI cowboys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02A510-FD4B-A382-4E43-B1BEEADD7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94" y="2129932"/>
            <a:ext cx="4238168" cy="3783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2735E8-16C4-E8F0-610C-10B6C51DAAD0}"/>
              </a:ext>
            </a:extLst>
          </p:cNvPr>
          <p:cNvSpPr txBox="1"/>
          <p:nvPr/>
        </p:nvSpPr>
        <p:spPr>
          <a:xfrm>
            <a:off x="998982" y="1433034"/>
            <a:ext cx="4834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Rockwell Nova" panose="02060503020205020403" pitchFamily="18" charset="0"/>
              </a:rPr>
              <a:t>“A smart camera located in patient rooms has been used to collect images”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C37C4-A453-8B71-6BFC-6263400E65DD}"/>
              </a:ext>
            </a:extLst>
          </p:cNvPr>
          <p:cNvSpPr txBox="1"/>
          <p:nvPr/>
        </p:nvSpPr>
        <p:spPr>
          <a:xfrm>
            <a:off x="6349999" y="1470274"/>
            <a:ext cx="45089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Rockwell Nova" panose="02060503020205020403" pitchFamily="18" charset="0"/>
              </a:rPr>
              <a:t>“An authoritative dataset was used as the research object”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D13978-7AC1-294A-E7B3-055998887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386" y="2167699"/>
            <a:ext cx="4500554" cy="41405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FCC119-190F-B151-D37E-C908EC00844C}"/>
              </a:ext>
            </a:extLst>
          </p:cNvPr>
          <p:cNvSpPr txBox="1"/>
          <p:nvPr/>
        </p:nvSpPr>
        <p:spPr>
          <a:xfrm>
            <a:off x="459486" y="6308209"/>
            <a:ext cx="7523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DOIs: 10.1038/s41598-025-28513-5 &amp; 10.1038/d41586-026-00697-4</a:t>
            </a:r>
          </a:p>
        </p:txBody>
      </p:sp>
    </p:spTree>
    <p:extLst>
      <p:ext uri="{BB962C8B-B14F-4D97-AF65-F5344CB8AC3E}">
        <p14:creationId xmlns:p14="http://schemas.microsoft.com/office/powerpoint/2010/main" val="228448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21B019-A3C5-B7C4-FF86-DEF0DFAA0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60"/>
            <a:ext cx="9390888" cy="71716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FD2FC2-75F0-205A-1BF4-C16E906B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272" y="1745869"/>
            <a:ext cx="3614928" cy="1325563"/>
          </a:xfrm>
        </p:spPr>
        <p:txBody>
          <a:bodyPr/>
          <a:lstStyle/>
          <a:p>
            <a:r>
              <a:rPr lang="en-AU" dirty="0"/>
              <a:t>AI reviewer</a:t>
            </a:r>
          </a:p>
        </p:txBody>
      </p:sp>
    </p:spTree>
    <p:extLst>
      <p:ext uri="{BB962C8B-B14F-4D97-AF65-F5344CB8AC3E}">
        <p14:creationId xmlns:p14="http://schemas.microsoft.com/office/powerpoint/2010/main" val="231688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CA9D-5763-0462-26DB-2C5552FB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52125"/>
            <a:ext cx="10515600" cy="1325563"/>
          </a:xfrm>
        </p:spPr>
        <p:txBody>
          <a:bodyPr/>
          <a:lstStyle/>
          <a:p>
            <a:r>
              <a:rPr lang="en-AU" dirty="0"/>
              <a:t>AI hacks and cherry picks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A36C-2C65-DF59-4FA7-74DBCE1DC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298448"/>
            <a:ext cx="7265282" cy="4878515"/>
          </a:xfrm>
        </p:spPr>
        <p:txBody>
          <a:bodyPr>
            <a:normAutofit/>
          </a:bodyPr>
          <a:lstStyle/>
          <a:p>
            <a:r>
              <a:rPr lang="en-AU" dirty="0"/>
              <a:t>Study of classification models</a:t>
            </a:r>
          </a:p>
          <a:p>
            <a:pPr lvl="1"/>
            <a:r>
              <a:rPr lang="en-GB" dirty="0"/>
              <a:t>occasionally fabricated or synthesized new datasets</a:t>
            </a:r>
            <a:endParaRPr lang="en-AU" dirty="0"/>
          </a:p>
          <a:p>
            <a:pPr lvl="1"/>
            <a:r>
              <a:rPr lang="en-AU" dirty="0"/>
              <a:t>misrepresents statistics or substitutes them with alternatives</a:t>
            </a:r>
          </a:p>
          <a:p>
            <a:pPr lvl="1"/>
            <a:r>
              <a:rPr lang="en-AU" dirty="0"/>
              <a:t>post-hoc selection bias</a:t>
            </a:r>
          </a:p>
          <a:p>
            <a:r>
              <a:rPr lang="en-AU" dirty="0"/>
              <a:t>Study of p-values</a:t>
            </a:r>
          </a:p>
          <a:p>
            <a:pPr lvl="1"/>
            <a:r>
              <a:rPr lang="en-GB" dirty="0"/>
              <a:t>ChatGPT, Gemini, and Claude fall prey to </a:t>
            </a:r>
            <a:r>
              <a:rPr lang="en-GB" dirty="0" err="1"/>
              <a:t>dichotomania</a:t>
            </a:r>
            <a:r>
              <a:rPr lang="en-GB" dirty="0"/>
              <a:t> at the 0.05 and 0.10 thresholds commonly used to declare ‘statistical significance’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10C76-8E33-70F6-98BD-73EB4BD19823}"/>
              </a:ext>
            </a:extLst>
          </p:cNvPr>
          <p:cNvSpPr txBox="1"/>
          <p:nvPr/>
        </p:nvSpPr>
        <p:spPr>
          <a:xfrm>
            <a:off x="182060" y="6366764"/>
            <a:ext cx="598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DOIs:  10.1017/jdm.2025.7 and 10.48550/arXiv.2509.08713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EC6BE-7FB3-3F08-3D14-DC090D77AB6E}"/>
              </a:ext>
            </a:extLst>
          </p:cNvPr>
          <p:cNvSpPr txBox="1"/>
          <p:nvPr/>
        </p:nvSpPr>
        <p:spPr>
          <a:xfrm>
            <a:off x="182060" y="610462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2"/>
              </a:rPr>
              <a:t>Tim </a:t>
            </a:r>
            <a:r>
              <a:rPr lang="en-AU" dirty="0" err="1">
                <a:hlinkClick r:id="rId2"/>
              </a:rPr>
              <a:t>Witzdam</a:t>
            </a:r>
            <a:r>
              <a:rPr lang="en-AU" dirty="0"/>
              <a:t> on </a:t>
            </a:r>
            <a:r>
              <a:rPr lang="en-AU" dirty="0" err="1">
                <a:hlinkClick r:id="rId3"/>
              </a:rPr>
              <a:t>Unsplash</a:t>
            </a:r>
            <a:r>
              <a:rPr lang="en-AU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3B81EE-541A-9554-28E6-60A867E61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754" y="-11883"/>
            <a:ext cx="4574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0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657A-C79D-E37D-69A8-96620285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65125"/>
            <a:ext cx="10860024" cy="1325563"/>
          </a:xfrm>
        </p:spPr>
        <p:txBody>
          <a:bodyPr/>
          <a:lstStyle/>
          <a:p>
            <a:r>
              <a:rPr lang="en-AU" dirty="0"/>
              <a:t>News click-bait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FEE5A2-C163-729A-C1DB-DDD0B6D29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0" y="1836992"/>
            <a:ext cx="6321493" cy="382879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ECC139-C8E4-6D00-4683-BD37199D92E7}"/>
              </a:ext>
            </a:extLst>
          </p:cNvPr>
          <p:cNvSpPr txBox="1">
            <a:spLocks/>
          </p:cNvSpPr>
          <p:nvPr/>
        </p:nvSpPr>
        <p:spPr>
          <a:xfrm>
            <a:off x="386334" y="1836992"/>
            <a:ext cx="4429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William and Harry hugging at the King’s coronation</a:t>
            </a:r>
          </a:p>
          <a:p>
            <a:r>
              <a:rPr lang="en-AU" dirty="0"/>
              <a:t>Earns millions of clicks</a:t>
            </a:r>
          </a:p>
          <a:p>
            <a:r>
              <a:rPr lang="en-AU" dirty="0"/>
              <a:t>The truth follows days later and does not reach everyone</a:t>
            </a:r>
          </a:p>
        </p:txBody>
      </p:sp>
    </p:spTree>
    <p:extLst>
      <p:ext uri="{BB962C8B-B14F-4D97-AF65-F5344CB8AC3E}">
        <p14:creationId xmlns:p14="http://schemas.microsoft.com/office/powerpoint/2010/main" val="253327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5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7982-D670-5B9E-3780-714D7CAC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18350"/>
            <a:ext cx="10515600" cy="1325563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Academic click-bait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F7A-DE8E-50F5-7B18-7157EC41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913"/>
            <a:ext cx="5096256" cy="4351338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Fast and formulaic prediction model created</a:t>
            </a:r>
          </a:p>
          <a:p>
            <a:r>
              <a:rPr lang="en-AU" dirty="0">
                <a:solidFill>
                  <a:schemeClr val="bg1"/>
                </a:solidFill>
              </a:rPr>
              <a:t>Published in Q1 journal</a:t>
            </a:r>
          </a:p>
          <a:p>
            <a:r>
              <a:rPr lang="en-AU" dirty="0">
                <a:solidFill>
                  <a:schemeClr val="bg1"/>
                </a:solidFill>
              </a:rPr>
              <a:t>Is the model competent?</a:t>
            </a:r>
          </a:p>
          <a:p>
            <a:r>
              <a:rPr lang="en-AU" dirty="0">
                <a:solidFill>
                  <a:schemeClr val="bg1"/>
                </a:solidFill>
              </a:rPr>
              <a:t>Is the model accurate?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97FB6-79C9-B2BB-C3C2-C57C6F0FA8E3}"/>
              </a:ext>
            </a:extLst>
          </p:cNvPr>
          <p:cNvSpPr txBox="1"/>
          <p:nvPr/>
        </p:nvSpPr>
        <p:spPr>
          <a:xfrm>
            <a:off x="697230" y="619525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Photo by </a:t>
            </a:r>
            <a:r>
              <a:rPr lang="en-AU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Florian Paulus</a:t>
            </a:r>
            <a:r>
              <a:rPr lang="en-AU" dirty="0">
                <a:solidFill>
                  <a:schemeClr val="bg1"/>
                </a:solidFill>
              </a:rPr>
              <a:t> on </a:t>
            </a:r>
            <a:r>
              <a:rPr lang="en-AU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AU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EDA31-429F-71E3-BAD5-9866ACDC2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708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0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84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4F6A84B-3D6F-C9ED-BE82-CB0093FE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67400" cy="274955"/>
          </a:xfrm>
        </p:spPr>
        <p:txBody>
          <a:bodyPr>
            <a:normAutofit fontScale="90000"/>
          </a:bodyPr>
          <a:lstStyle/>
          <a:p>
            <a:endParaRPr lang="en-A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BE8E85-8415-C8D1-3AC2-9B86371A7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728" y="-18363"/>
            <a:ext cx="5157272" cy="6876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3A5F8D-2BE6-F372-82EB-C2152A6BF6AF}"/>
              </a:ext>
            </a:extLst>
          </p:cNvPr>
          <p:cNvSpPr txBox="1"/>
          <p:nvPr/>
        </p:nvSpPr>
        <p:spPr>
          <a:xfrm>
            <a:off x="838200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3"/>
              </a:rPr>
              <a:t>Jon Tyson</a:t>
            </a:r>
            <a:r>
              <a:rPr lang="en-AU" dirty="0"/>
              <a:t> on </a:t>
            </a:r>
            <a:r>
              <a:rPr lang="en-AU" dirty="0" err="1">
                <a:hlinkClick r:id="rId4"/>
              </a:rPr>
              <a:t>Unsplash</a:t>
            </a:r>
            <a:r>
              <a:rPr lang="en-AU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C3780B-301C-B170-38F5-A73CBC8EB50E}"/>
              </a:ext>
            </a:extLst>
          </p:cNvPr>
          <p:cNvSpPr txBox="1">
            <a:spLocks/>
          </p:cNvSpPr>
          <p:nvPr/>
        </p:nvSpPr>
        <p:spPr>
          <a:xfrm>
            <a:off x="743712" y="1533017"/>
            <a:ext cx="51511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We need to create feedback loops</a:t>
            </a:r>
          </a:p>
          <a:p>
            <a:r>
              <a:rPr lang="en-AU" dirty="0"/>
              <a:t>Fight for quality over quantity</a:t>
            </a:r>
          </a:p>
          <a:p>
            <a:r>
              <a:rPr lang="en-AU" dirty="0"/>
              <a:t>Reject mediocre papers</a:t>
            </a:r>
          </a:p>
          <a:p>
            <a:r>
              <a:rPr lang="en-AU" dirty="0"/>
              <a:t>Insist on protocols and open code &amp; data</a:t>
            </a:r>
          </a:p>
        </p:txBody>
      </p:sp>
    </p:spTree>
    <p:extLst>
      <p:ext uri="{BB962C8B-B14F-4D97-AF65-F5344CB8AC3E}">
        <p14:creationId xmlns:p14="http://schemas.microsoft.com/office/powerpoint/2010/main" val="96435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B28D-0950-94D2-FFC5-AFEF156B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5DC07D-E5FA-9A51-7B24-645689452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723" y="-36576"/>
            <a:ext cx="9739418" cy="7304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D4E483-3D40-B607-1310-A03191220A76}"/>
              </a:ext>
            </a:extLst>
          </p:cNvPr>
          <p:cNvSpPr txBox="1"/>
          <p:nvPr/>
        </p:nvSpPr>
        <p:spPr>
          <a:xfrm>
            <a:off x="1441704" y="6372217"/>
            <a:ext cx="6094476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3"/>
              </a:rPr>
              <a:t>Kelly Sikkema</a:t>
            </a:r>
            <a:r>
              <a:rPr lang="en-AU" dirty="0"/>
              <a:t> on </a:t>
            </a:r>
            <a:r>
              <a:rPr lang="en-AU" dirty="0" err="1">
                <a:hlinkClick r:id="rId4"/>
              </a:rPr>
              <a:t>Unsplash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509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385</Words>
  <Application>Microsoft Office PowerPoint</Application>
  <PresentationFormat>Widescreen</PresentationFormat>
  <Paragraphs>45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Rockwell</vt:lpstr>
      <vt:lpstr>Rockwell Nova</vt:lpstr>
      <vt:lpstr>Office Theme</vt:lpstr>
      <vt:lpstr>Will AI take my job?</vt:lpstr>
      <vt:lpstr>PowerPoint Presentation</vt:lpstr>
      <vt:lpstr>Should AI take your job?</vt:lpstr>
      <vt:lpstr>30 minute paper</vt:lpstr>
      <vt:lpstr>AI cowboys</vt:lpstr>
      <vt:lpstr>AI reviewer</vt:lpstr>
      <vt:lpstr>AI hacks and cherry picks</vt:lpstr>
      <vt:lpstr>News click-bait</vt:lpstr>
      <vt:lpstr>Academic click-bait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Barnett</dc:creator>
  <cp:lastModifiedBy>Adrian Barnett</cp:lastModifiedBy>
  <cp:revision>1</cp:revision>
  <dcterms:created xsi:type="dcterms:W3CDTF">2026-06-24T09:32:44Z</dcterms:created>
  <dcterms:modified xsi:type="dcterms:W3CDTF">2026-07-05T22:35:17Z</dcterms:modified>
</cp:coreProperties>
</file>