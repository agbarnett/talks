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1" r:id="rId5"/>
    <p:sldId id="263" r:id="rId6"/>
    <p:sldId id="262" r:id="rId7"/>
    <p:sldId id="260" r:id="rId8"/>
    <p:sldId id="264" r:id="rId9"/>
    <p:sldId id="269" r:id="rId10"/>
    <p:sldId id="266" r:id="rId11"/>
    <p:sldId id="267" r:id="rId12"/>
    <p:sldId id="270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4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Barnett" userId="021b6430-1d24-405d-b412-0e2413eb99c5" providerId="ADAL" clId="{706F4F67-AD09-4A51-AA5A-58A1572BA804}"/>
    <pc:docChg chg="undo custSel addSld delSld modSld modMainMaster">
      <pc:chgData name="Adrian Barnett" userId="021b6430-1d24-405d-b412-0e2413eb99c5" providerId="ADAL" clId="{706F4F67-AD09-4A51-AA5A-58A1572BA804}" dt="2026-07-30T11:08:33.982" v="1472" actId="14100"/>
      <pc:docMkLst>
        <pc:docMk/>
      </pc:docMkLst>
      <pc:sldChg chg="addSp modSp new mod">
        <pc:chgData name="Adrian Barnett" userId="021b6430-1d24-405d-b412-0e2413eb99c5" providerId="ADAL" clId="{706F4F67-AD09-4A51-AA5A-58A1572BA804}" dt="2026-07-27T04:39:38.315" v="1258" actId="1076"/>
        <pc:sldMkLst>
          <pc:docMk/>
          <pc:sldMk cId="738902369" sldId="256"/>
        </pc:sldMkLst>
        <pc:spChg chg="mod">
          <ac:chgData name="Adrian Barnett" userId="021b6430-1d24-405d-b412-0e2413eb99c5" providerId="ADAL" clId="{706F4F67-AD09-4A51-AA5A-58A1572BA804}" dt="2026-07-27T04:39:33.957" v="1257" actId="1076"/>
          <ac:spMkLst>
            <pc:docMk/>
            <pc:sldMk cId="738902369" sldId="256"/>
            <ac:spMk id="2" creationId="{800A5F72-1B1D-C90D-385A-53F1F876A922}"/>
          </ac:spMkLst>
        </pc:spChg>
        <pc:spChg chg="mod">
          <ac:chgData name="Adrian Barnett" userId="021b6430-1d24-405d-b412-0e2413eb99c5" providerId="ADAL" clId="{706F4F67-AD09-4A51-AA5A-58A1572BA804}" dt="2026-07-27T04:39:38.315" v="1258" actId="1076"/>
          <ac:spMkLst>
            <pc:docMk/>
            <pc:sldMk cId="738902369" sldId="256"/>
            <ac:spMk id="3" creationId="{6D0C099F-D692-0603-3C5E-D080AA5FF8FF}"/>
          </ac:spMkLst>
        </pc:spChg>
        <pc:spChg chg="add mod">
          <ac:chgData name="Adrian Barnett" userId="021b6430-1d24-405d-b412-0e2413eb99c5" providerId="ADAL" clId="{706F4F67-AD09-4A51-AA5A-58A1572BA804}" dt="2026-07-27T04:39:23.420" v="1255" actId="1076"/>
          <ac:spMkLst>
            <pc:docMk/>
            <pc:sldMk cId="738902369" sldId="256"/>
            <ac:spMk id="7" creationId="{5CF66772-881A-C286-ACF2-5D5F8A7209B6}"/>
          </ac:spMkLst>
        </pc:spChg>
        <pc:picChg chg="add mod ord">
          <ac:chgData name="Adrian Barnett" userId="021b6430-1d24-405d-b412-0e2413eb99c5" providerId="ADAL" clId="{706F4F67-AD09-4A51-AA5A-58A1572BA804}" dt="2026-07-27T03:06:01.922" v="421" actId="1076"/>
          <ac:picMkLst>
            <pc:docMk/>
            <pc:sldMk cId="738902369" sldId="256"/>
            <ac:picMk id="5" creationId="{8649334C-61F4-456A-ECE0-BE947872448A}"/>
          </ac:picMkLst>
        </pc:picChg>
      </pc:sldChg>
      <pc:sldChg chg="addSp delSp modSp new mod">
        <pc:chgData name="Adrian Barnett" userId="021b6430-1d24-405d-b412-0e2413eb99c5" providerId="ADAL" clId="{706F4F67-AD09-4A51-AA5A-58A1572BA804}" dt="2026-07-27T03:08:47.354" v="543" actId="1076"/>
        <pc:sldMkLst>
          <pc:docMk/>
          <pc:sldMk cId="2562067431" sldId="257"/>
        </pc:sldMkLst>
        <pc:spChg chg="mod">
          <ac:chgData name="Adrian Barnett" userId="021b6430-1d24-405d-b412-0e2413eb99c5" providerId="ADAL" clId="{706F4F67-AD09-4A51-AA5A-58A1572BA804}" dt="2026-07-27T01:56:02.261" v="227" actId="14100"/>
          <ac:spMkLst>
            <pc:docMk/>
            <pc:sldMk cId="2562067431" sldId="257"/>
            <ac:spMk id="2" creationId="{0DA1F380-D6E8-82B8-7526-58B96CC66767}"/>
          </ac:spMkLst>
        </pc:spChg>
        <pc:spChg chg="add mod">
          <ac:chgData name="Adrian Barnett" userId="021b6430-1d24-405d-b412-0e2413eb99c5" providerId="ADAL" clId="{706F4F67-AD09-4A51-AA5A-58A1572BA804}" dt="2026-07-27T03:08:47.354" v="543" actId="1076"/>
          <ac:spMkLst>
            <pc:docMk/>
            <pc:sldMk cId="2562067431" sldId="257"/>
            <ac:spMk id="4" creationId="{BB9CD870-37EA-3194-75CF-4EF304FFF987}"/>
          </ac:spMkLst>
        </pc:spChg>
        <pc:picChg chg="add mod">
          <ac:chgData name="Adrian Barnett" userId="021b6430-1d24-405d-b412-0e2413eb99c5" providerId="ADAL" clId="{706F4F67-AD09-4A51-AA5A-58A1572BA804}" dt="2026-07-27T03:08:44.693" v="542" actId="14100"/>
          <ac:picMkLst>
            <pc:docMk/>
            <pc:sldMk cId="2562067431" sldId="257"/>
            <ac:picMk id="6" creationId="{2FCBF7D1-9BA4-5F11-CE70-1CBF2532FF9B}"/>
          </ac:picMkLst>
        </pc:picChg>
      </pc:sldChg>
      <pc:sldChg chg="addSp delSp modSp new mod">
        <pc:chgData name="Adrian Barnett" userId="021b6430-1d24-405d-b412-0e2413eb99c5" providerId="ADAL" clId="{706F4F67-AD09-4A51-AA5A-58A1572BA804}" dt="2026-07-27T03:08:27.606" v="541" actId="114"/>
        <pc:sldMkLst>
          <pc:docMk/>
          <pc:sldMk cId="1780106370" sldId="259"/>
        </pc:sldMkLst>
        <pc:spChg chg="add mod">
          <ac:chgData name="Adrian Barnett" userId="021b6430-1d24-405d-b412-0e2413eb99c5" providerId="ADAL" clId="{706F4F67-AD09-4A51-AA5A-58A1572BA804}" dt="2026-07-27T03:08:27.606" v="541" actId="114"/>
          <ac:spMkLst>
            <pc:docMk/>
            <pc:sldMk cId="1780106370" sldId="259"/>
            <ac:spMk id="5" creationId="{A20F0FC7-C345-4EFB-06E3-770AD94B3BDB}"/>
          </ac:spMkLst>
        </pc:spChg>
        <pc:picChg chg="add mod ord">
          <ac:chgData name="Adrian Barnett" userId="021b6430-1d24-405d-b412-0e2413eb99c5" providerId="ADAL" clId="{706F4F67-AD09-4A51-AA5A-58A1572BA804}" dt="2026-07-27T01:55:33.970" v="224" actId="1076"/>
          <ac:picMkLst>
            <pc:docMk/>
            <pc:sldMk cId="1780106370" sldId="259"/>
            <ac:picMk id="7" creationId="{C28DCBCF-5265-60E8-23CE-EBB233848B8A}"/>
          </ac:picMkLst>
        </pc:picChg>
      </pc:sldChg>
      <pc:sldChg chg="modSp new mod modAnim">
        <pc:chgData name="Adrian Barnett" userId="021b6430-1d24-405d-b412-0e2413eb99c5" providerId="ADAL" clId="{706F4F67-AD09-4A51-AA5A-58A1572BA804}" dt="2026-07-27T04:51:16.891" v="1276"/>
        <pc:sldMkLst>
          <pc:docMk/>
          <pc:sldMk cId="3646339526" sldId="260"/>
        </pc:sldMkLst>
        <pc:spChg chg="mod">
          <ac:chgData name="Adrian Barnett" userId="021b6430-1d24-405d-b412-0e2413eb99c5" providerId="ADAL" clId="{706F4F67-AD09-4A51-AA5A-58A1572BA804}" dt="2026-07-27T03:30:55.513" v="1116" actId="20577"/>
          <ac:spMkLst>
            <pc:docMk/>
            <pc:sldMk cId="3646339526" sldId="260"/>
            <ac:spMk id="2" creationId="{984BE727-6AAA-8251-5164-F8E944C5B5F5}"/>
          </ac:spMkLst>
        </pc:spChg>
        <pc:spChg chg="mod">
          <ac:chgData name="Adrian Barnett" userId="021b6430-1d24-405d-b412-0e2413eb99c5" providerId="ADAL" clId="{706F4F67-AD09-4A51-AA5A-58A1572BA804}" dt="2026-07-27T04:43:13.826" v="1262" actId="6549"/>
          <ac:spMkLst>
            <pc:docMk/>
            <pc:sldMk cId="3646339526" sldId="260"/>
            <ac:spMk id="3" creationId="{BF6620BC-6756-B691-E42F-09DFB0BEE341}"/>
          </ac:spMkLst>
        </pc:spChg>
      </pc:sldChg>
      <pc:sldChg chg="addSp delSp modSp new mod modNotesTx">
        <pc:chgData name="Adrian Barnett" userId="021b6430-1d24-405d-b412-0e2413eb99c5" providerId="ADAL" clId="{706F4F67-AD09-4A51-AA5A-58A1572BA804}" dt="2026-07-30T11:07:36.172" v="1470" actId="20577"/>
        <pc:sldMkLst>
          <pc:docMk/>
          <pc:sldMk cId="1412896352" sldId="261"/>
        </pc:sldMkLst>
        <pc:spChg chg="mod">
          <ac:chgData name="Adrian Barnett" userId="021b6430-1d24-405d-b412-0e2413eb99c5" providerId="ADAL" clId="{706F4F67-AD09-4A51-AA5A-58A1572BA804}" dt="2026-07-27T03:25:09.178" v="1044" actId="1076"/>
          <ac:spMkLst>
            <pc:docMk/>
            <pc:sldMk cId="1412896352" sldId="261"/>
            <ac:spMk id="2" creationId="{2945A95D-986B-F558-A762-603A4BC6A8CE}"/>
          </ac:spMkLst>
        </pc:spChg>
        <pc:spChg chg="add mod">
          <ac:chgData name="Adrian Barnett" userId="021b6430-1d24-405d-b412-0e2413eb99c5" providerId="ADAL" clId="{706F4F67-AD09-4A51-AA5A-58A1572BA804}" dt="2026-07-27T03:25:05.384" v="1043" actId="14100"/>
          <ac:spMkLst>
            <pc:docMk/>
            <pc:sldMk cId="1412896352" sldId="261"/>
            <ac:spMk id="17" creationId="{2295896B-0785-B630-41DA-603A411B78F1}"/>
          </ac:spMkLst>
        </pc:spChg>
        <pc:picChg chg="add mod ord">
          <ac:chgData name="Adrian Barnett" userId="021b6430-1d24-405d-b412-0e2413eb99c5" providerId="ADAL" clId="{706F4F67-AD09-4A51-AA5A-58A1572BA804}" dt="2026-07-27T03:24:55.818" v="1040" actId="1076"/>
          <ac:picMkLst>
            <pc:docMk/>
            <pc:sldMk cId="1412896352" sldId="261"/>
            <ac:picMk id="5" creationId="{62613329-7B4B-A908-0424-95DF4CB9A529}"/>
          </ac:picMkLst>
        </pc:picChg>
        <pc:picChg chg="add mod">
          <ac:chgData name="Adrian Barnett" userId="021b6430-1d24-405d-b412-0e2413eb99c5" providerId="ADAL" clId="{706F4F67-AD09-4A51-AA5A-58A1572BA804}" dt="2026-07-27T03:24:52.567" v="1038" actId="1035"/>
          <ac:picMkLst>
            <pc:docMk/>
            <pc:sldMk cId="1412896352" sldId="261"/>
            <ac:picMk id="7" creationId="{A0E09ACC-8109-9CBA-4732-AF32DDE1F07F}"/>
          </ac:picMkLst>
        </pc:picChg>
        <pc:picChg chg="add mod">
          <ac:chgData name="Adrian Barnett" userId="021b6430-1d24-405d-b412-0e2413eb99c5" providerId="ADAL" clId="{706F4F67-AD09-4A51-AA5A-58A1572BA804}" dt="2026-07-27T03:24:52.567" v="1038" actId="1035"/>
          <ac:picMkLst>
            <pc:docMk/>
            <pc:sldMk cId="1412896352" sldId="261"/>
            <ac:picMk id="9" creationId="{1BE3E301-05ED-9C39-1BEF-0D5E15BCAF56}"/>
          </ac:picMkLst>
        </pc:picChg>
        <pc:picChg chg="add mod">
          <ac:chgData name="Adrian Barnett" userId="021b6430-1d24-405d-b412-0e2413eb99c5" providerId="ADAL" clId="{706F4F67-AD09-4A51-AA5A-58A1572BA804}" dt="2026-07-27T03:24:54.434" v="1039" actId="1076"/>
          <ac:picMkLst>
            <pc:docMk/>
            <pc:sldMk cId="1412896352" sldId="261"/>
            <ac:picMk id="11" creationId="{7F9CC4BC-E21B-2E7B-AF4C-B213108E723C}"/>
          </ac:picMkLst>
        </pc:picChg>
        <pc:picChg chg="add mod">
          <ac:chgData name="Adrian Barnett" userId="021b6430-1d24-405d-b412-0e2413eb99c5" providerId="ADAL" clId="{706F4F67-AD09-4A51-AA5A-58A1572BA804}" dt="2026-07-27T03:24:59.771" v="1042" actId="1076"/>
          <ac:picMkLst>
            <pc:docMk/>
            <pc:sldMk cId="1412896352" sldId="261"/>
            <ac:picMk id="13" creationId="{A9B5E183-C6D7-5001-D9C2-B4D504B4AB2D}"/>
          </ac:picMkLst>
        </pc:picChg>
        <pc:picChg chg="add mod">
          <ac:chgData name="Adrian Barnett" userId="021b6430-1d24-405d-b412-0e2413eb99c5" providerId="ADAL" clId="{706F4F67-AD09-4A51-AA5A-58A1572BA804}" dt="2026-07-27T03:24:57.685" v="1041" actId="1076"/>
          <ac:picMkLst>
            <pc:docMk/>
            <pc:sldMk cId="1412896352" sldId="261"/>
            <ac:picMk id="15" creationId="{013F0141-E25E-EE8E-9BBB-334C7F7DAE81}"/>
          </ac:picMkLst>
        </pc:picChg>
      </pc:sldChg>
      <pc:sldChg chg="addSp delSp modSp new mod modAnim">
        <pc:chgData name="Adrian Barnett" userId="021b6430-1d24-405d-b412-0e2413eb99c5" providerId="ADAL" clId="{706F4F67-AD09-4A51-AA5A-58A1572BA804}" dt="2026-07-27T04:50:44.331" v="1273"/>
        <pc:sldMkLst>
          <pc:docMk/>
          <pc:sldMk cId="1373812657" sldId="262"/>
        </pc:sldMkLst>
        <pc:spChg chg="mod">
          <ac:chgData name="Adrian Barnett" userId="021b6430-1d24-405d-b412-0e2413eb99c5" providerId="ADAL" clId="{706F4F67-AD09-4A51-AA5A-58A1572BA804}" dt="2026-07-27T03:25:41.939" v="1058" actId="20577"/>
          <ac:spMkLst>
            <pc:docMk/>
            <pc:sldMk cId="1373812657" sldId="262"/>
            <ac:spMk id="2" creationId="{26F6FA3F-96F0-7A5C-BDEC-B429F4943A13}"/>
          </ac:spMkLst>
        </pc:spChg>
        <pc:spChg chg="add mod">
          <ac:chgData name="Adrian Barnett" userId="021b6430-1d24-405d-b412-0e2413eb99c5" providerId="ADAL" clId="{706F4F67-AD09-4A51-AA5A-58A1572BA804}" dt="2026-07-27T03:14:10.580" v="597" actId="1076"/>
          <ac:spMkLst>
            <pc:docMk/>
            <pc:sldMk cId="1373812657" sldId="262"/>
            <ac:spMk id="5" creationId="{34B0F321-F51C-38F2-7716-6689D371842D}"/>
          </ac:spMkLst>
        </pc:spChg>
        <pc:picChg chg="add mod">
          <ac:chgData name="Adrian Barnett" userId="021b6430-1d24-405d-b412-0e2413eb99c5" providerId="ADAL" clId="{706F4F67-AD09-4A51-AA5A-58A1572BA804}" dt="2026-07-27T03:17:39.108" v="632" actId="14100"/>
          <ac:picMkLst>
            <pc:docMk/>
            <pc:sldMk cId="1373812657" sldId="262"/>
            <ac:picMk id="4" creationId="{6D467E6C-210C-2BEF-ED04-907D51D5D00C}"/>
          </ac:picMkLst>
        </pc:picChg>
        <pc:picChg chg="add mod">
          <ac:chgData name="Adrian Barnett" userId="021b6430-1d24-405d-b412-0e2413eb99c5" providerId="ADAL" clId="{706F4F67-AD09-4A51-AA5A-58A1572BA804}" dt="2026-07-27T04:44:46.683" v="1267" actId="1076"/>
          <ac:picMkLst>
            <pc:docMk/>
            <pc:sldMk cId="1373812657" sldId="262"/>
            <ac:picMk id="8" creationId="{D209827A-32D1-FAA6-8A87-D98BF1C404B5}"/>
          </ac:picMkLst>
        </pc:picChg>
      </pc:sldChg>
      <pc:sldChg chg="addSp delSp modSp new mod">
        <pc:chgData name="Adrian Barnett" userId="021b6430-1d24-405d-b412-0e2413eb99c5" providerId="ADAL" clId="{706F4F67-AD09-4A51-AA5A-58A1572BA804}" dt="2026-07-27T03:16:29.600" v="620" actId="1076"/>
        <pc:sldMkLst>
          <pc:docMk/>
          <pc:sldMk cId="3666698817" sldId="263"/>
        </pc:sldMkLst>
        <pc:picChg chg="add mod ord">
          <ac:chgData name="Adrian Barnett" userId="021b6430-1d24-405d-b412-0e2413eb99c5" providerId="ADAL" clId="{706F4F67-AD09-4A51-AA5A-58A1572BA804}" dt="2026-07-27T03:16:29.600" v="620" actId="1076"/>
          <ac:picMkLst>
            <pc:docMk/>
            <pc:sldMk cId="3666698817" sldId="263"/>
            <ac:picMk id="5" creationId="{C93D61E8-27BC-F732-7DD3-2F971B36CB84}"/>
          </ac:picMkLst>
        </pc:picChg>
      </pc:sldChg>
      <pc:sldChg chg="addSp delSp modSp new mod">
        <pc:chgData name="Adrian Barnett" userId="021b6430-1d24-405d-b412-0e2413eb99c5" providerId="ADAL" clId="{706F4F67-AD09-4A51-AA5A-58A1572BA804}" dt="2026-07-27T04:27:30.652" v="1124" actId="1076"/>
        <pc:sldMkLst>
          <pc:docMk/>
          <pc:sldMk cId="1957053320" sldId="264"/>
        </pc:sldMkLst>
        <pc:spChg chg="mod">
          <ac:chgData name="Adrian Barnett" userId="021b6430-1d24-405d-b412-0e2413eb99c5" providerId="ADAL" clId="{706F4F67-AD09-4A51-AA5A-58A1572BA804}" dt="2026-07-27T03:30:27.127" v="1104" actId="14100"/>
          <ac:spMkLst>
            <pc:docMk/>
            <pc:sldMk cId="1957053320" sldId="264"/>
            <ac:spMk id="2" creationId="{2E291580-3C53-69E0-7090-F90889B1DCB5}"/>
          </ac:spMkLst>
        </pc:spChg>
        <pc:spChg chg="add mod">
          <ac:chgData name="Adrian Barnett" userId="021b6430-1d24-405d-b412-0e2413eb99c5" providerId="ADAL" clId="{706F4F67-AD09-4A51-AA5A-58A1572BA804}" dt="2026-07-27T04:27:26.212" v="1122" actId="1076"/>
          <ac:spMkLst>
            <pc:docMk/>
            <pc:sldMk cId="1957053320" sldId="264"/>
            <ac:spMk id="10" creationId="{940B0D1C-6AB5-E919-22FC-FBCCDBCB9E1F}"/>
          </ac:spMkLst>
        </pc:spChg>
        <pc:picChg chg="add mod ord">
          <ac:chgData name="Adrian Barnett" userId="021b6430-1d24-405d-b412-0e2413eb99c5" providerId="ADAL" clId="{706F4F67-AD09-4A51-AA5A-58A1572BA804}" dt="2026-07-27T04:27:30.652" v="1124" actId="1076"/>
          <ac:picMkLst>
            <pc:docMk/>
            <pc:sldMk cId="1957053320" sldId="264"/>
            <ac:picMk id="9" creationId="{C1FB70AF-C29C-70A1-2645-58DA2ACE95FC}"/>
          </ac:picMkLst>
        </pc:picChg>
      </pc:sldChg>
      <pc:sldChg chg="modSp new mod">
        <pc:chgData name="Adrian Barnett" userId="021b6430-1d24-405d-b412-0e2413eb99c5" providerId="ADAL" clId="{706F4F67-AD09-4A51-AA5A-58A1572BA804}" dt="2026-07-27T04:29:46.256" v="1154" actId="1076"/>
        <pc:sldMkLst>
          <pc:docMk/>
          <pc:sldMk cId="4289258986" sldId="266"/>
        </pc:sldMkLst>
        <pc:spChg chg="mod">
          <ac:chgData name="Adrian Barnett" userId="021b6430-1d24-405d-b412-0e2413eb99c5" providerId="ADAL" clId="{706F4F67-AD09-4A51-AA5A-58A1572BA804}" dt="2026-07-27T04:29:46.256" v="1154" actId="1076"/>
          <ac:spMkLst>
            <pc:docMk/>
            <pc:sldMk cId="4289258986" sldId="266"/>
            <ac:spMk id="2" creationId="{A3D0EBC2-D297-3FF4-96DA-93E198337CF1}"/>
          </ac:spMkLst>
        </pc:spChg>
        <pc:picChg chg="mod">
          <ac:chgData name="Adrian Barnett" userId="021b6430-1d24-405d-b412-0e2413eb99c5" providerId="ADAL" clId="{706F4F67-AD09-4A51-AA5A-58A1572BA804}" dt="2026-07-27T04:29:40.060" v="1152" actId="1076"/>
          <ac:picMkLst>
            <pc:docMk/>
            <pc:sldMk cId="4289258986" sldId="266"/>
            <ac:picMk id="4" creationId="{51A1C1C2-82C7-A87E-6DA2-F9C2FD7E138B}"/>
          </ac:picMkLst>
        </pc:picChg>
      </pc:sldChg>
      <pc:sldChg chg="addSp delSp modSp new mod">
        <pc:chgData name="Adrian Barnett" userId="021b6430-1d24-405d-b412-0e2413eb99c5" providerId="ADAL" clId="{706F4F67-AD09-4A51-AA5A-58A1572BA804}" dt="2026-07-30T11:08:33.982" v="1472" actId="14100"/>
        <pc:sldMkLst>
          <pc:docMk/>
          <pc:sldMk cId="952177194" sldId="267"/>
        </pc:sldMkLst>
        <pc:spChg chg="mod">
          <ac:chgData name="Adrian Barnett" userId="021b6430-1d24-405d-b412-0e2413eb99c5" providerId="ADAL" clId="{706F4F67-AD09-4A51-AA5A-58A1572BA804}" dt="2026-07-27T04:32:34.813" v="1190" actId="14100"/>
          <ac:spMkLst>
            <pc:docMk/>
            <pc:sldMk cId="952177194" sldId="267"/>
            <ac:spMk id="2" creationId="{8C064324-A418-417D-73FC-074E0A303DC8}"/>
          </ac:spMkLst>
        </pc:spChg>
        <pc:picChg chg="add mod">
          <ac:chgData name="Adrian Barnett" userId="021b6430-1d24-405d-b412-0e2413eb99c5" providerId="ADAL" clId="{706F4F67-AD09-4A51-AA5A-58A1572BA804}" dt="2026-07-30T11:08:33.982" v="1472" actId="14100"/>
          <ac:picMkLst>
            <pc:docMk/>
            <pc:sldMk cId="952177194" sldId="267"/>
            <ac:picMk id="4" creationId="{EA47611B-526E-6CE0-F0E0-C78C2695DD08}"/>
          </ac:picMkLst>
        </pc:picChg>
      </pc:sldChg>
      <pc:sldChg chg="addSp delSp modSp new mod">
        <pc:chgData name="Adrian Barnett" userId="021b6430-1d24-405d-b412-0e2413eb99c5" providerId="ADAL" clId="{706F4F67-AD09-4A51-AA5A-58A1572BA804}" dt="2026-07-27T09:48:38.148" v="1391" actId="255"/>
        <pc:sldMkLst>
          <pc:docMk/>
          <pc:sldMk cId="2452643231" sldId="268"/>
        </pc:sldMkLst>
        <pc:spChg chg="mod">
          <ac:chgData name="Adrian Barnett" userId="021b6430-1d24-405d-b412-0e2413eb99c5" providerId="ADAL" clId="{706F4F67-AD09-4A51-AA5A-58A1572BA804}" dt="2026-07-27T09:48:38.148" v="1391" actId="255"/>
          <ac:spMkLst>
            <pc:docMk/>
            <pc:sldMk cId="2452643231" sldId="268"/>
            <ac:spMk id="3" creationId="{DA928ACB-D416-606F-0A58-1C923E1090C4}"/>
          </ac:spMkLst>
        </pc:spChg>
        <pc:spChg chg="add mod">
          <ac:chgData name="Adrian Barnett" userId="021b6430-1d24-405d-b412-0e2413eb99c5" providerId="ADAL" clId="{706F4F67-AD09-4A51-AA5A-58A1572BA804}" dt="2026-07-27T04:36:38.128" v="1215" actId="1076"/>
          <ac:spMkLst>
            <pc:docMk/>
            <pc:sldMk cId="2452643231" sldId="268"/>
            <ac:spMk id="4" creationId="{B8F42B5B-4637-3F93-B7A9-D763D24A3AD1}"/>
          </ac:spMkLst>
        </pc:spChg>
        <pc:picChg chg="add mod ord">
          <ac:chgData name="Adrian Barnett" userId="021b6430-1d24-405d-b412-0e2413eb99c5" providerId="ADAL" clId="{706F4F67-AD09-4A51-AA5A-58A1572BA804}" dt="2026-07-27T04:36:00.816" v="1206" actId="167"/>
          <ac:picMkLst>
            <pc:docMk/>
            <pc:sldMk cId="2452643231" sldId="268"/>
            <ac:picMk id="6" creationId="{ACAA69E3-61B0-EA6D-9A73-9229DDD5EE4F}"/>
          </ac:picMkLst>
        </pc:picChg>
      </pc:sldChg>
      <pc:sldChg chg="addSp modSp new mod setBg modAnim">
        <pc:chgData name="Adrian Barnett" userId="021b6430-1d24-405d-b412-0e2413eb99c5" providerId="ADAL" clId="{706F4F67-AD09-4A51-AA5A-58A1572BA804}" dt="2026-07-27T04:38:38.733" v="1251"/>
        <pc:sldMkLst>
          <pc:docMk/>
          <pc:sldMk cId="1172257836" sldId="269"/>
        </pc:sldMkLst>
        <pc:spChg chg="mod">
          <ac:chgData name="Adrian Barnett" userId="021b6430-1d24-405d-b412-0e2413eb99c5" providerId="ADAL" clId="{706F4F67-AD09-4A51-AA5A-58A1572BA804}" dt="2026-07-27T04:38:30.325" v="1250" actId="20577"/>
          <ac:spMkLst>
            <pc:docMk/>
            <pc:sldMk cId="1172257836" sldId="269"/>
            <ac:spMk id="2" creationId="{7BCFBEE2-66D9-24F4-E316-97C9A9640A6F}"/>
          </ac:spMkLst>
        </pc:spChg>
        <pc:spChg chg="mod">
          <ac:chgData name="Adrian Barnett" userId="021b6430-1d24-405d-b412-0e2413eb99c5" providerId="ADAL" clId="{706F4F67-AD09-4A51-AA5A-58A1572BA804}" dt="2026-07-27T04:38:22.470" v="1228" actId="14100"/>
          <ac:spMkLst>
            <pc:docMk/>
            <pc:sldMk cId="1172257836" sldId="269"/>
            <ac:spMk id="3" creationId="{BD8BE034-E465-17A2-8487-0C522C4CDA3E}"/>
          </ac:spMkLst>
        </pc:spChg>
        <pc:spChg chg="add mod">
          <ac:chgData name="Adrian Barnett" userId="021b6430-1d24-405d-b412-0e2413eb99c5" providerId="ADAL" clId="{706F4F67-AD09-4A51-AA5A-58A1572BA804}" dt="2026-07-27T04:38:15.307" v="1227"/>
          <ac:spMkLst>
            <pc:docMk/>
            <pc:sldMk cId="1172257836" sldId="269"/>
            <ac:spMk id="4" creationId="{4F8D21B4-3FDB-31A9-6797-10C44D46E5FC}"/>
          </ac:spMkLst>
        </pc:spChg>
      </pc:sldChg>
      <pc:sldChg chg="addSp delSp modSp new mod">
        <pc:chgData name="Adrian Barnett" userId="021b6430-1d24-405d-b412-0e2413eb99c5" providerId="ADAL" clId="{706F4F67-AD09-4A51-AA5A-58A1572BA804}" dt="2026-07-30T11:05:40.871" v="1442" actId="20577"/>
        <pc:sldMkLst>
          <pc:docMk/>
          <pc:sldMk cId="4276876681" sldId="270"/>
        </pc:sldMkLst>
        <pc:spChg chg="mod">
          <ac:chgData name="Adrian Barnett" userId="021b6430-1d24-405d-b412-0e2413eb99c5" providerId="ADAL" clId="{706F4F67-AD09-4A51-AA5A-58A1572BA804}" dt="2026-07-30T11:05:40.871" v="1442" actId="20577"/>
          <ac:spMkLst>
            <pc:docMk/>
            <pc:sldMk cId="4276876681" sldId="270"/>
            <ac:spMk id="2" creationId="{88162FC8-5417-B593-F043-0ECC6229BAB3}"/>
          </ac:spMkLst>
        </pc:spChg>
        <pc:spChg chg="add mod">
          <ac:chgData name="Adrian Barnett" userId="021b6430-1d24-405d-b412-0e2413eb99c5" providerId="ADAL" clId="{706F4F67-AD09-4A51-AA5A-58A1572BA804}" dt="2026-07-27T09:45:50.152" v="1382" actId="20577"/>
          <ac:spMkLst>
            <pc:docMk/>
            <pc:sldMk cId="4276876681" sldId="270"/>
            <ac:spMk id="6" creationId="{1ADC556E-5FE2-B943-F357-0BB33B420EC0}"/>
          </ac:spMkLst>
        </pc:spChg>
        <pc:spChg chg="add mod">
          <ac:chgData name="Adrian Barnett" userId="021b6430-1d24-405d-b412-0e2413eb99c5" providerId="ADAL" clId="{706F4F67-AD09-4A51-AA5A-58A1572BA804}" dt="2026-07-27T09:48:15.856" v="1390" actId="20577"/>
          <ac:spMkLst>
            <pc:docMk/>
            <pc:sldMk cId="4276876681" sldId="270"/>
            <ac:spMk id="9" creationId="{B68CC4D8-10F0-4F4B-8A33-2B692216319D}"/>
          </ac:spMkLst>
        </pc:spChg>
        <pc:picChg chg="add mod ord">
          <ac:chgData name="Adrian Barnett" userId="021b6430-1d24-405d-b412-0e2413eb99c5" providerId="ADAL" clId="{706F4F67-AD09-4A51-AA5A-58A1572BA804}" dt="2026-07-27T09:45:15.965" v="1346" actId="1076"/>
          <ac:picMkLst>
            <pc:docMk/>
            <pc:sldMk cId="4276876681" sldId="270"/>
            <ac:picMk id="8" creationId="{CEC85A04-05A0-68AC-6544-9C1214E7DC25}"/>
          </ac:picMkLst>
        </pc:picChg>
      </pc:sldChg>
      <pc:sldChg chg="addSp modSp new mod">
        <pc:chgData name="Adrian Barnett" userId="021b6430-1d24-405d-b412-0e2413eb99c5" providerId="ADAL" clId="{706F4F67-AD09-4A51-AA5A-58A1572BA804}" dt="2026-07-30T10:00:14.738" v="1435" actId="1076"/>
        <pc:sldMkLst>
          <pc:docMk/>
          <pc:sldMk cId="2976288591" sldId="271"/>
        </pc:sldMkLst>
        <pc:spChg chg="mod">
          <ac:chgData name="Adrian Barnett" userId="021b6430-1d24-405d-b412-0e2413eb99c5" providerId="ADAL" clId="{706F4F67-AD09-4A51-AA5A-58A1572BA804}" dt="2026-07-30T10:00:10.693" v="1433" actId="1076"/>
          <ac:spMkLst>
            <pc:docMk/>
            <pc:sldMk cId="2976288591" sldId="271"/>
            <ac:spMk id="2" creationId="{574FD42C-8E08-266F-F3BA-FF00D13357F7}"/>
          </ac:spMkLst>
        </pc:spChg>
        <pc:spChg chg="mod">
          <ac:chgData name="Adrian Barnett" userId="021b6430-1d24-405d-b412-0e2413eb99c5" providerId="ADAL" clId="{706F4F67-AD09-4A51-AA5A-58A1572BA804}" dt="2026-07-30T10:00:13.098" v="1434" actId="1076"/>
          <ac:spMkLst>
            <pc:docMk/>
            <pc:sldMk cId="2976288591" sldId="271"/>
            <ac:spMk id="3" creationId="{1204714B-BBC5-30C4-853B-21F76C608FDE}"/>
          </ac:spMkLst>
        </pc:spChg>
        <pc:picChg chg="add mod">
          <ac:chgData name="Adrian Barnett" userId="021b6430-1d24-405d-b412-0e2413eb99c5" providerId="ADAL" clId="{706F4F67-AD09-4A51-AA5A-58A1572BA804}" dt="2026-07-30T10:00:14.738" v="1435" actId="1076"/>
          <ac:picMkLst>
            <pc:docMk/>
            <pc:sldMk cId="2976288591" sldId="271"/>
            <ac:picMk id="5" creationId="{0008466D-1180-4C9F-DF3C-BB92AAE51DE2}"/>
          </ac:picMkLst>
        </pc:picChg>
      </pc:sldChg>
      <pc:sldMasterChg chg="modSldLayout">
        <pc:chgData name="Adrian Barnett" userId="021b6430-1d24-405d-b412-0e2413eb99c5" providerId="ADAL" clId="{706F4F67-AD09-4A51-AA5A-58A1572BA804}" dt="2026-07-27T04:30:44.836" v="1155"/>
        <pc:sldMasterMkLst>
          <pc:docMk/>
          <pc:sldMasterMk cId="1621957906" sldId="2147483648"/>
        </pc:sldMasterMkLst>
        <pc:sldLayoutChg chg="modSp">
          <pc:chgData name="Adrian Barnett" userId="021b6430-1d24-405d-b412-0e2413eb99c5" providerId="ADAL" clId="{706F4F67-AD09-4A51-AA5A-58A1572BA804}" dt="2026-07-27T04:30:44.836" v="1155"/>
          <pc:sldLayoutMkLst>
            <pc:docMk/>
            <pc:sldMasterMk cId="1621957906" sldId="2147483648"/>
            <pc:sldLayoutMk cId="733350599" sldId="2147483650"/>
          </pc:sldLayoutMkLst>
          <pc:spChg chg="mod">
            <ac:chgData name="Adrian Barnett" userId="021b6430-1d24-405d-b412-0e2413eb99c5" providerId="ADAL" clId="{706F4F67-AD09-4A51-AA5A-58A1572BA804}" dt="2026-07-27T04:30:44.836" v="1155"/>
            <ac:spMkLst>
              <pc:docMk/>
              <pc:sldMasterMk cId="1621957906" sldId="2147483648"/>
              <pc:sldLayoutMk cId="733350599" sldId="2147483650"/>
              <ac:spMk id="6" creationId="{B91DF59A-1144-1E62-5F12-9BA3F84C53C1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60D8-55D1-4F6D-B42C-527B86CD2F00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E9608-2192-4088-8B31-D47782EE5A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264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Halle Berry, Forest Whitaker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E9608-2192-4088-8B31-D47782EE5A3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43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C1C17-DD08-E34F-8F20-5ACD0A1ED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69DA7-21C0-0A1F-7A82-356B92098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8FFF6-6AEB-B331-BE8E-C964B409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01271-E53A-E88A-08F4-3FD5CC50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F3BED-2378-E4A2-76D6-A7CB9ED7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1057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D4FE-20C3-9050-9C38-3D7BBE21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5339-A8D3-D6E3-FCA6-B3FC14169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E301C-ED5E-B014-BCAC-5F8F2EA5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E43FC-43A2-4405-DDD7-B9C16E72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DF59A-1144-1E62-5F12-9BA3F84C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A5226-75C3-4E2C-83E6-FB1BFFA8FECA}" type="slidenum">
              <a:rPr lang="en-AU" smtClean="0"/>
              <a:pPr/>
              <a:t>‹#›</a:t>
            </a:fld>
            <a:fld id="{FA967034-3FE8-4018-AF67-78703EB720D8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33350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E4C7-B523-EC4A-9F3E-BBD480CD7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4952D-F699-8400-90F1-99676D2EF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DF406-E280-7300-2EB9-835C8B4F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ED65B-A1DE-E2F8-42A3-DAF5838A7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35745-54A8-F3E7-0C2D-89AB455D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11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93CA-6E1E-A641-AE11-1B738DF5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4131-947B-1ABF-8932-D4CB4C38E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340B9-3798-58C0-45F8-9ABFB4CF0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A7E5C-BF44-E2BE-D153-8515EF5DB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D1A25-88B8-D516-694F-73C69961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DDA70-0B73-6517-E7B2-6C3BFF61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14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9F74-0B75-108A-A5AB-24B5638FD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17C9C-8838-68C8-7FE9-D850926D5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9630F-E5D3-F042-DAA5-66BF8F00D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75106-84A8-2502-C183-BF2241426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1093B-BE2C-2BBA-DD7C-2AE260B15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73CEB7-59FD-038F-8485-EBE26369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71FB1-FFB5-9928-99D7-BCAB2A0A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A1C47F-5912-08FD-6E69-949DCACD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21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8185-390B-7402-92A9-34D18ED5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DBE25-DF96-B62C-C072-C51A3581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30376-DEE9-1F63-D5D1-6F978E1C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A6DDD-F2D8-15B7-4470-9F61D7854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3481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17622-5293-745D-9737-47BA19061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F74F2-17CF-5BA0-69BB-E06E0221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1A690-7E9C-AE91-AF24-68975458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3270-0E9D-5B49-EFE3-59DB3B27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54B70-C9A9-55F3-C22C-173C3CADF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64591-30A0-0018-62B0-6CF451F64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FF6EA-B449-08BA-69A2-6AC0DBF6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281B0-1374-1725-59C7-8A268493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003D4-C082-A326-3F50-2F60A3A9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7302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F639-B5D6-B419-3C5E-23853806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955A1-F067-FDFC-21AB-7FC364788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39D67-3A20-A875-FE70-4F1772C30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6B156-D3B6-E8C0-C82C-91C21F3EB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B65B4-F45C-9AF9-59F2-4C579BB0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CD9A8-9547-12D8-FE74-52AC5544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585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438B-9A8F-D144-2E65-F82EBC6F2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CECB3-276B-E379-96D5-BD55F3FC2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E3C43-021F-A246-23B0-3D67245F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08E22-1DAA-9641-9673-3EB1734F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47B60-A513-4C07-FA47-711E8732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010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955B3-F666-0B20-5E01-3A2FC89E9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91AE3-0360-12FB-B39E-E75C6D029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08B8-2403-0653-B5C7-B7006F889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AE32-29B5-ADB3-32E6-A9217ECB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295C0-FE45-4B94-3D5A-502BA8BD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03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7EE60-0124-49C7-B662-9599914E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C612C-DE60-760D-3884-F17EF952F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33BBA-3039-7BEA-4553-47D56948D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61AAA-1EF9-4FA4-9289-6488B4006E0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8EBAF-AC0E-33C6-47AB-652956C7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1855A-1E1F-BE1B-0D34-EBFFF7B85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967034-3FE8-4018-AF67-78703EB720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95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ekrull?utm_source=unsplash&amp;utm_medium=referral&amp;utm_content=creditCopyTex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nsplash.com/photos/blue-and-purple-robot-toy-Ejcuhcdfwrs?utm_source=unsplash&amp;utm_medium=referral&amp;utm_content=creditCopyTex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dizzydizz?utm_source=unsplash&amp;utm_medium=referral&amp;utm_content=creditCopyText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photos/silver-padlock-Lexcm-6FHRU?utm_source=unsplash&amp;utm_medium=referral&amp;utm_content=creditCopyTex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alexalbert?utm_source=unsplash&amp;utm_medium=referral&amp;utm_content=creditCopyText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photos/a-duck-swimming-in-a-pond-p7kl7eTp6dM?utm_source=unsplash&amp;utm_medium=referral&amp;utm_content=creditCopyText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49334C-61F4-456A-ECE0-BE9478724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" y="-1623395"/>
            <a:ext cx="117278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0A5F72-1B1D-C90D-385A-53F1F876A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3390" y="3372813"/>
            <a:ext cx="9144000" cy="2387600"/>
          </a:xfrm>
        </p:spPr>
        <p:txBody>
          <a:bodyPr>
            <a:normAutofit/>
          </a:bodyPr>
          <a:lstStyle/>
          <a:p>
            <a:r>
              <a:rPr lang="en-GB" sz="5500" dirty="0"/>
              <a:t>Responsible use of AI and reproducible research</a:t>
            </a:r>
            <a:endParaRPr lang="en-AU" sz="5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C099F-D692-0603-3C5E-D080AA5FF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695881"/>
            <a:ext cx="9144000" cy="1016345"/>
          </a:xfrm>
        </p:spPr>
        <p:txBody>
          <a:bodyPr/>
          <a:lstStyle/>
          <a:p>
            <a:r>
              <a:rPr lang="en-AU" dirty="0"/>
              <a:t>Australian and New Zealand Stroke Organisation Conference 2026</a:t>
            </a:r>
          </a:p>
          <a:p>
            <a:r>
              <a:rPr lang="en-AU" dirty="0"/>
              <a:t>Adrian Barnett, QUT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66772-881A-C286-ACF2-5D5F8A7209B6}"/>
              </a:ext>
            </a:extLst>
          </p:cNvPr>
          <p:cNvSpPr txBox="1"/>
          <p:nvPr/>
        </p:nvSpPr>
        <p:spPr>
          <a:xfrm>
            <a:off x="152400" y="6407426"/>
            <a:ext cx="3272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Photo by </a:t>
            </a:r>
            <a:r>
              <a:rPr lang="en-AU" dirty="0">
                <a:hlinkClick r:id="rId3"/>
              </a:rPr>
              <a:t>Eric Krull</a:t>
            </a:r>
            <a:r>
              <a:rPr lang="en-AU" dirty="0"/>
              <a:t> on </a:t>
            </a:r>
            <a:r>
              <a:rPr lang="en-AU" dirty="0" err="1">
                <a:hlinkClick r:id="rId4"/>
              </a:rPr>
              <a:t>Unsplash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38902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F380-D6E8-82B8-7526-58B96CC6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566" y="108922"/>
            <a:ext cx="10515600" cy="800489"/>
          </a:xfrm>
        </p:spPr>
        <p:txBody>
          <a:bodyPr/>
          <a:lstStyle/>
          <a:p>
            <a:r>
              <a:rPr lang="en-AU" dirty="0"/>
              <a:t>Stroke or normal?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CD870-37EA-3194-75CF-4EF304FFF987}"/>
              </a:ext>
            </a:extLst>
          </p:cNvPr>
          <p:cNvSpPr txBox="1"/>
          <p:nvPr/>
        </p:nvSpPr>
        <p:spPr>
          <a:xfrm>
            <a:off x="364436" y="6094629"/>
            <a:ext cx="11582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From “</a:t>
            </a:r>
            <a:r>
              <a:rPr lang="en-AU" dirty="0"/>
              <a:t>Real-time monitoring system for early stroke detection based on fog computing and enhanced deep learning techniques</a:t>
            </a:r>
            <a:r>
              <a:rPr lang="en-GB" dirty="0"/>
              <a:t>” </a:t>
            </a:r>
            <a:r>
              <a:rPr lang="en-GB" i="1" dirty="0"/>
              <a:t>Scientific Reports</a:t>
            </a:r>
            <a:endParaRPr lang="en-AU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BF7D1-9BA4-5F11-CE70-1CBF2532F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452" y="1118317"/>
            <a:ext cx="8153391" cy="482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6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D13B-0778-8E01-EB01-3D6FA990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8DCBCF-5265-60E8-23CE-EBB233848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14400"/>
            <a:ext cx="10421074" cy="43277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0F0FC7-C345-4EFB-06E3-770AD94B3BDB}"/>
              </a:ext>
            </a:extLst>
          </p:cNvPr>
          <p:cNvSpPr txBox="1"/>
          <p:nvPr/>
        </p:nvSpPr>
        <p:spPr>
          <a:xfrm>
            <a:off x="702365" y="6016662"/>
            <a:ext cx="10336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From: “Management of Bell’s Palsy: A Report of 2 Cases”</a:t>
            </a:r>
            <a:r>
              <a:rPr lang="en-GB" dirty="0"/>
              <a:t> </a:t>
            </a:r>
            <a:r>
              <a:rPr lang="en-GB" i="1" dirty="0"/>
              <a:t>Journal of the Canadian Dental Association </a:t>
            </a:r>
            <a:r>
              <a:rPr lang="en-GB" dirty="0"/>
              <a:t>(reproduced with permission and thanks to Dr de Araujo and the anonymous patient)</a:t>
            </a:r>
            <a:r>
              <a:rPr lang="en-AU" i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010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A95D-986B-F558-A762-603A4BC6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332"/>
            <a:ext cx="10515600" cy="1060675"/>
          </a:xfrm>
        </p:spPr>
        <p:txBody>
          <a:bodyPr/>
          <a:lstStyle/>
          <a:p>
            <a:r>
              <a:rPr lang="en-AU" dirty="0"/>
              <a:t>Comically bad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13329-7B4B-A908-0424-95DF4CB9A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750" y="2082590"/>
            <a:ext cx="1582378" cy="1673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E09ACC-8109-9CBA-4732-AF32DDE1F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2590"/>
            <a:ext cx="2794653" cy="2090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E3E301-05ED-9C39-1BEF-0D5E15BCAF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03" y="4706492"/>
            <a:ext cx="3115070" cy="1744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9CC4BC-E21B-2E7B-AF4C-B213108E72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406" y="4065245"/>
            <a:ext cx="2125066" cy="2385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B5E183-C6D7-5001-D9C2-B4D504B4AB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712" y="4848321"/>
            <a:ext cx="2439137" cy="16026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F0141-E25E-EE8E-9BBB-334C7F7DAE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292" y="2063054"/>
            <a:ext cx="2041557" cy="20415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295896B-0785-B630-41DA-603A411B78F1}"/>
              </a:ext>
            </a:extLst>
          </p:cNvPr>
          <p:cNvSpPr txBox="1"/>
          <p:nvPr/>
        </p:nvSpPr>
        <p:spPr>
          <a:xfrm>
            <a:off x="838200" y="951524"/>
            <a:ext cx="90876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“A smart camera located in patient rooms has been used to collect images”</a:t>
            </a:r>
          </a:p>
        </p:txBody>
      </p:sp>
    </p:spTree>
    <p:extLst>
      <p:ext uri="{BB962C8B-B14F-4D97-AF65-F5344CB8AC3E}">
        <p14:creationId xmlns:p14="http://schemas.microsoft.com/office/powerpoint/2010/main" val="141289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264F-9A7A-0A96-1D01-22731AC5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3D61E8-27BC-F732-7DD3-2F971B36C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673" y="0"/>
            <a:ext cx="9386654" cy="67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98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FA3F-96F0-7A5C-BDEC-B429F4943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52" y="139839"/>
            <a:ext cx="10515600" cy="960092"/>
          </a:xfrm>
        </p:spPr>
        <p:txBody>
          <a:bodyPr/>
          <a:lstStyle/>
          <a:p>
            <a:r>
              <a:rPr lang="en-AU" dirty="0"/>
              <a:t>More stroke data from Kaggle</a:t>
            </a:r>
          </a:p>
        </p:txBody>
      </p:sp>
      <p:pic>
        <p:nvPicPr>
          <p:cNvPr id="4" name="Content Placeholder 3" descr="Fig. 2">
            <a:extLst>
              <a:ext uri="{FF2B5EF4-FFF2-40B4-BE49-F238E27FC236}">
                <a16:creationId xmlns:a16="http://schemas.microsoft.com/office/drawing/2014/main" id="{6D467E6C-210C-2BEF-ED04-907D51D5D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5931" y="1099931"/>
            <a:ext cx="6388015" cy="50557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B0F321-F51C-38F2-7716-6689D371842D}"/>
              </a:ext>
            </a:extLst>
          </p:cNvPr>
          <p:cNvSpPr txBox="1"/>
          <p:nvPr/>
        </p:nvSpPr>
        <p:spPr>
          <a:xfrm>
            <a:off x="563217" y="6327913"/>
            <a:ext cx="2385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PMID: 42243840</a:t>
            </a:r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09827A-32D1-FAA6-8A87-D98BF1C40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582" y="394666"/>
            <a:ext cx="4719385" cy="344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1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E727-6AAA-8251-5164-F8E944C5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343"/>
            <a:ext cx="10515600" cy="1066109"/>
          </a:xfrm>
        </p:spPr>
        <p:txBody>
          <a:bodyPr/>
          <a:lstStyle/>
          <a:p>
            <a:r>
              <a:rPr lang="en-AU" dirty="0"/>
              <a:t>Many journals do not care about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620BC-6756-B691-E42F-09DFB0BEE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270"/>
            <a:ext cx="10515600" cy="4533693"/>
          </a:xfrm>
        </p:spPr>
        <p:txBody>
          <a:bodyPr>
            <a:normAutofit fontScale="92500"/>
          </a:bodyPr>
          <a:lstStyle/>
          <a:p>
            <a:r>
              <a:rPr lang="en-AU" dirty="0"/>
              <a:t>103+ papers published using the numerical stroke data</a:t>
            </a:r>
          </a:p>
          <a:p>
            <a:pPr lvl="1"/>
            <a:r>
              <a:rPr lang="en-AU" dirty="0"/>
              <a:t>The data are still available on Kaggle</a:t>
            </a:r>
          </a:p>
          <a:p>
            <a:pPr lvl="1"/>
            <a:r>
              <a:rPr lang="en-AU" dirty="0"/>
              <a:t>7 papers retracted</a:t>
            </a:r>
          </a:p>
          <a:p>
            <a:r>
              <a:rPr lang="en-AU" dirty="0"/>
              <a:t>12+ papers published using the stroke image data</a:t>
            </a:r>
          </a:p>
          <a:p>
            <a:pPr lvl="1"/>
            <a:r>
              <a:rPr lang="en-AU" dirty="0"/>
              <a:t>The data were pulled from Kaggle for copyright infringement</a:t>
            </a:r>
          </a:p>
          <a:p>
            <a:pPr lvl="1"/>
            <a:r>
              <a:rPr lang="en-AU" dirty="0"/>
              <a:t>1 paper retracted</a:t>
            </a:r>
          </a:p>
          <a:p>
            <a:r>
              <a:rPr lang="en-AU" dirty="0"/>
              <a:t>“The core contribution of this paper is […] a methodological advance that stands on its own merits regardless of the EHRs dataset's authenticity.”</a:t>
            </a:r>
          </a:p>
          <a:p>
            <a:r>
              <a:rPr lang="en-AU" dirty="0"/>
              <a:t>“</a:t>
            </a:r>
            <a:r>
              <a:rPr lang="en-GB" dirty="0"/>
              <a:t>This paper was published in </a:t>
            </a:r>
            <a:r>
              <a:rPr lang="en-GB" i="1" dirty="0"/>
              <a:t>Algorithms</a:t>
            </a:r>
            <a:r>
              <a:rPr lang="en-GB" dirty="0"/>
              <a:t>, a journal focused on computational methodology rather than clinical practice guidelines.”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33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91580-3C53-69E0-7090-F90889B1D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026"/>
            <a:ext cx="10515600" cy="1013792"/>
          </a:xfrm>
        </p:spPr>
        <p:txBody>
          <a:bodyPr/>
          <a:lstStyle/>
          <a:p>
            <a:r>
              <a:rPr lang="en-AU" dirty="0"/>
              <a:t>Fast churn research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1FB70AF-C29C-70A1-2645-58DA2ACE9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13" y="1329856"/>
            <a:ext cx="11437558" cy="45209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0B0D1C-6AB5-E919-22FC-FBCCDBCB9E1F}"/>
              </a:ext>
            </a:extLst>
          </p:cNvPr>
          <p:cNvSpPr txBox="1"/>
          <p:nvPr/>
        </p:nvSpPr>
        <p:spPr>
          <a:xfrm>
            <a:off x="621681" y="6182138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PMID: 41740900</a:t>
            </a:r>
          </a:p>
        </p:txBody>
      </p:sp>
    </p:spTree>
    <p:extLst>
      <p:ext uri="{BB962C8B-B14F-4D97-AF65-F5344CB8AC3E}">
        <p14:creationId xmlns:p14="http://schemas.microsoft.com/office/powerpoint/2010/main" val="195705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BEE2-66D9-24F4-E316-97C9A964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too open?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BE034-E465-17A2-8487-0C522C4C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50426" cy="4351338"/>
          </a:xfrm>
        </p:spPr>
        <p:txBody>
          <a:bodyPr/>
          <a:lstStyle/>
          <a:p>
            <a:r>
              <a:rPr lang="en-GB" dirty="0"/>
              <a:t>With Matt Spick (Uni of Surrey), we created a paper using Prism (OpenAI) in 30 minutes with no human input</a:t>
            </a:r>
          </a:p>
          <a:p>
            <a:r>
              <a:rPr lang="en-GB" dirty="0"/>
              <a:t>Paper Orchestra (Google), produces a submission-ready manuscript with figures and verified citations in about 40 minutes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8D21B4-3FDB-31A9-6797-10C44D46E5FC}"/>
              </a:ext>
            </a:extLst>
          </p:cNvPr>
          <p:cNvSpPr txBox="1"/>
          <p:nvPr/>
        </p:nvSpPr>
        <p:spPr>
          <a:xfrm>
            <a:off x="496957" y="6176963"/>
            <a:ext cx="5049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Photo by </a:t>
            </a:r>
            <a:r>
              <a:rPr lang="en-AU" dirty="0">
                <a:hlinkClick r:id="rId3"/>
              </a:rPr>
              <a:t>Muhammad </a:t>
            </a:r>
            <a:r>
              <a:rPr lang="en-AU" dirty="0" err="1">
                <a:hlinkClick r:id="rId3"/>
              </a:rPr>
              <a:t>Zaqy</a:t>
            </a:r>
            <a:r>
              <a:rPr lang="en-AU" dirty="0">
                <a:hlinkClick r:id="rId3"/>
              </a:rPr>
              <a:t> Al Fattah</a:t>
            </a:r>
            <a:r>
              <a:rPr lang="en-AU" dirty="0"/>
              <a:t> on </a:t>
            </a:r>
            <a:r>
              <a:rPr lang="en-AU" dirty="0" err="1">
                <a:hlinkClick r:id="rId4"/>
              </a:rPr>
              <a:t>Unsplash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22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EBC2-D297-3FF4-96DA-93E19833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8" y="597038"/>
            <a:ext cx="3382617" cy="1325563"/>
          </a:xfrm>
        </p:spPr>
        <p:txBody>
          <a:bodyPr/>
          <a:lstStyle/>
          <a:p>
            <a:r>
              <a:rPr lang="en-AU" dirty="0"/>
              <a:t>Paper mills in cancer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A1C1C2-82C7-A87E-6DA2-F9C2FD7E1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2609" y="167693"/>
            <a:ext cx="7123043" cy="637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5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4324-A418-417D-73FC-074E0A30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53609" cy="1841362"/>
          </a:xfrm>
        </p:spPr>
        <p:txBody>
          <a:bodyPr/>
          <a:lstStyle/>
          <a:p>
            <a:r>
              <a:rPr lang="en-AU" dirty="0"/>
              <a:t>Country incentives matter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7611B-526E-6CE0-F0E0-C78C2695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103457"/>
            <a:ext cx="5367528" cy="663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77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62FC8-5417-B593-F043-0ECC6229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823595"/>
          </a:xfrm>
        </p:spPr>
        <p:txBody>
          <a:bodyPr/>
          <a:lstStyle/>
          <a:p>
            <a:r>
              <a:rPr lang="en-AU" dirty="0"/>
              <a:t>Problematic evidence in stroke guidelines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C85A04-05A0-68AC-6544-9C1214E7D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688" y="1148969"/>
            <a:ext cx="642544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DC556E-5FE2-B943-F357-0BB33B420EC0}"/>
              </a:ext>
            </a:extLst>
          </p:cNvPr>
          <p:cNvSpPr txBox="1"/>
          <p:nvPr/>
        </p:nvSpPr>
        <p:spPr>
          <a:xfrm>
            <a:off x="271272" y="6211669"/>
            <a:ext cx="113202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i="0" dirty="0">
                <a:effectLst/>
                <a:latin typeface="Open Sans" panose="020B0606030504020204" pitchFamily="34" charset="0"/>
              </a:rPr>
              <a:t>A randomized pilot study of the efficacy and safety of loading ticagrelor in acute ischemic stroke. </a:t>
            </a:r>
            <a:r>
              <a:rPr lang="en-AU" sz="1600" b="0" i="1" dirty="0">
                <a:effectLst/>
                <a:latin typeface="Open Sans" panose="020B0606030504020204" pitchFamily="34" charset="0"/>
              </a:rPr>
              <a:t>Neurol Sci</a:t>
            </a:r>
            <a:r>
              <a:rPr lang="en-AU" sz="1600" b="0" i="0" dirty="0">
                <a:effectLst/>
                <a:latin typeface="Open Sans" panose="020B0606030504020204" pitchFamily="34" charset="0"/>
              </a:rPr>
              <a:t> (2023).</a:t>
            </a:r>
            <a:endParaRPr lang="en-A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CC4D8-10F0-4F4B-8A33-2B692216319D}"/>
              </a:ext>
            </a:extLst>
          </p:cNvPr>
          <p:cNvSpPr txBox="1"/>
          <p:nvPr/>
        </p:nvSpPr>
        <p:spPr>
          <a:xfrm>
            <a:off x="2718688" y="5500307"/>
            <a:ext cx="6599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0.98 probability that the trial is under-dispersed </a:t>
            </a:r>
          </a:p>
        </p:txBody>
      </p:sp>
    </p:spTree>
    <p:extLst>
      <p:ext uri="{BB962C8B-B14F-4D97-AF65-F5344CB8AC3E}">
        <p14:creationId xmlns:p14="http://schemas.microsoft.com/office/powerpoint/2010/main" val="4276876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AA69E3-61B0-EA6D-9A73-9229DDD5E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35001"/>
            <a:ext cx="12271513" cy="81810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28ACB-D416-606F-0A58-1C923E109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16" y="868017"/>
            <a:ext cx="11933583" cy="1762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5100" dirty="0">
                <a:solidFill>
                  <a:schemeClr val="bg1"/>
                </a:solidFill>
              </a:rPr>
              <a:t>“AI slop is an oil spill in our digital oceans” </a:t>
            </a:r>
            <a:r>
              <a:rPr lang="en-AU" sz="4400" dirty="0">
                <a:solidFill>
                  <a:schemeClr val="bg1"/>
                </a:solidFill>
              </a:rPr>
              <a:t>Katelyn </a:t>
            </a:r>
            <a:r>
              <a:rPr lang="en-AU" sz="4400" dirty="0" err="1">
                <a:solidFill>
                  <a:schemeClr val="bg1"/>
                </a:solidFill>
              </a:rPr>
              <a:t>Chedraoui</a:t>
            </a:r>
            <a:endParaRPr lang="en-AU" sz="4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42B5B-4637-3F93-B7A9-D763D24A3AD1}"/>
              </a:ext>
            </a:extLst>
          </p:cNvPr>
          <p:cNvSpPr txBox="1"/>
          <p:nvPr/>
        </p:nvSpPr>
        <p:spPr>
          <a:xfrm>
            <a:off x="3008243" y="6488668"/>
            <a:ext cx="3452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Photo by </a:t>
            </a:r>
            <a:r>
              <a:rPr lang="en-AU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 Albert</a:t>
            </a:r>
            <a:r>
              <a:rPr lang="en-AU" dirty="0">
                <a:solidFill>
                  <a:schemeClr val="bg1"/>
                </a:solidFill>
              </a:rPr>
              <a:t> on </a:t>
            </a:r>
            <a:r>
              <a:rPr lang="en-AU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643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D42C-8E08-266F-F3BA-FF00D133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38" y="184150"/>
            <a:ext cx="10515600" cy="1325563"/>
          </a:xfrm>
        </p:spPr>
        <p:txBody>
          <a:bodyPr/>
          <a:lstStyle/>
          <a:p>
            <a:r>
              <a:rPr lang="en-AU" dirty="0"/>
              <a:t>Participate in our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4714B-BBC5-30C4-853B-21F76C60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838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Early-career perspectives on questionable research practices in clinical research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8466D-1180-4C9F-DF3C-BB92AAE51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974" y="2078250"/>
            <a:ext cx="3568234" cy="352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8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344</Words>
  <Application>Microsoft Office PowerPoint</Application>
  <PresentationFormat>Widescreen</PresentationFormat>
  <Paragraphs>37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Open Sans</vt:lpstr>
      <vt:lpstr>Office Theme</vt:lpstr>
      <vt:lpstr>Responsible use of AI and reproducible research</vt:lpstr>
      <vt:lpstr>Stroke or normal?</vt:lpstr>
      <vt:lpstr>PowerPoint Presentation</vt:lpstr>
      <vt:lpstr>Comically bad data</vt:lpstr>
      <vt:lpstr>PowerPoint Presentation</vt:lpstr>
      <vt:lpstr>More stroke data from Kaggle</vt:lpstr>
      <vt:lpstr>Many journals do not care about the data</vt:lpstr>
      <vt:lpstr>Fast churn research</vt:lpstr>
      <vt:lpstr>Data too open?</vt:lpstr>
      <vt:lpstr>Paper mills in cancer</vt:lpstr>
      <vt:lpstr>Country incentives matter</vt:lpstr>
      <vt:lpstr>Problematic evidence in stroke guidelines</vt:lpstr>
      <vt:lpstr>PowerPoint Presentation</vt:lpstr>
      <vt:lpstr>Participate in our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Barnett</dc:creator>
  <cp:lastModifiedBy>Adrian Barnett</cp:lastModifiedBy>
  <cp:revision>1</cp:revision>
  <dcterms:created xsi:type="dcterms:W3CDTF">2026-07-27T01:03:05Z</dcterms:created>
  <dcterms:modified xsi:type="dcterms:W3CDTF">2026-07-30T11:08:41Z</dcterms:modified>
</cp:coreProperties>
</file>